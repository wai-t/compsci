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291" r:id="rId3"/>
    <p:sldId id="292" r:id="rId4"/>
    <p:sldId id="261" r:id="rId5"/>
    <p:sldId id="296" r:id="rId6"/>
    <p:sldId id="262" r:id="rId7"/>
    <p:sldId id="264" r:id="rId8"/>
    <p:sldId id="263" r:id="rId9"/>
    <p:sldId id="265" r:id="rId10"/>
    <p:sldId id="266" r:id="rId11"/>
    <p:sldId id="267" r:id="rId12"/>
    <p:sldId id="268" r:id="rId13"/>
    <p:sldId id="269" r:id="rId14"/>
    <p:sldId id="271" r:id="rId15"/>
    <p:sldId id="272" r:id="rId16"/>
    <p:sldId id="274" r:id="rId17"/>
    <p:sldId id="275" r:id="rId18"/>
    <p:sldId id="276" r:id="rId19"/>
    <p:sldId id="277" r:id="rId20"/>
    <p:sldId id="278" r:id="rId21"/>
    <p:sldId id="285" r:id="rId22"/>
    <p:sldId id="279" r:id="rId23"/>
    <p:sldId id="280" r:id="rId24"/>
    <p:sldId id="281" r:id="rId25"/>
    <p:sldId id="282" r:id="rId26"/>
    <p:sldId id="283" r:id="rId27"/>
    <p:sldId id="284" r:id="rId28"/>
    <p:sldId id="287" r:id="rId29"/>
    <p:sldId id="286" r:id="rId30"/>
    <p:sldId id="293" r:id="rId31"/>
    <p:sldId id="290" r:id="rId32"/>
    <p:sldId id="288" r:id="rId33"/>
    <p:sldId id="289" r:id="rId34"/>
    <p:sldId id="294" r:id="rId35"/>
    <p:sldId id="257" r:id="rId36"/>
    <p:sldId id="260" r:id="rId37"/>
    <p:sldId id="258" r:id="rId38"/>
    <p:sldId id="259" r:id="rId39"/>
    <p:sldId id="295"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1B0E67F-4A9B-4751-ACA6-00E63BB5FF3D}">
          <p14:sldIdLst>
            <p14:sldId id="256"/>
            <p14:sldId id="291"/>
            <p14:sldId id="292"/>
            <p14:sldId id="261"/>
            <p14:sldId id="296"/>
            <p14:sldId id="262"/>
            <p14:sldId id="264"/>
            <p14:sldId id="263"/>
            <p14:sldId id="265"/>
            <p14:sldId id="266"/>
            <p14:sldId id="267"/>
            <p14:sldId id="268"/>
            <p14:sldId id="269"/>
            <p14:sldId id="271"/>
            <p14:sldId id="272"/>
            <p14:sldId id="274"/>
            <p14:sldId id="275"/>
            <p14:sldId id="276"/>
            <p14:sldId id="277"/>
            <p14:sldId id="278"/>
            <p14:sldId id="285"/>
            <p14:sldId id="279"/>
            <p14:sldId id="280"/>
            <p14:sldId id="281"/>
            <p14:sldId id="282"/>
            <p14:sldId id="283"/>
            <p14:sldId id="284"/>
            <p14:sldId id="287"/>
            <p14:sldId id="286"/>
            <p14:sldId id="293"/>
            <p14:sldId id="290"/>
            <p14:sldId id="288"/>
            <p14:sldId id="289"/>
            <p14:sldId id="294"/>
            <p14:sldId id="257"/>
            <p14:sldId id="260"/>
            <p14:sldId id="258"/>
            <p14:sldId id="259"/>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894FC-9D97-4FAB-ABFB-08828321DD90}" v="1611" dt="2024-08-05T16:11:49.7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01" d="100"/>
          <a:sy n="101" d="100"/>
        </p:scale>
        <p:origin x="85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i T" userId="803fb5f0506a6e42" providerId="LiveId" clId="{222894FC-9D97-4FAB-ABFB-08828321DD90}"/>
    <pc:docChg chg="undo custSel addSld delSld modSld sldOrd modMainMaster addSection delSection modSection">
      <pc:chgData name="Wai T" userId="803fb5f0506a6e42" providerId="LiveId" clId="{222894FC-9D97-4FAB-ABFB-08828321DD90}" dt="2024-08-05T16:56:14.063" v="22363" actId="20577"/>
      <pc:docMkLst>
        <pc:docMk/>
      </pc:docMkLst>
      <pc:sldChg chg="modSp mod ord">
        <pc:chgData name="Wai T" userId="803fb5f0506a6e42" providerId="LiveId" clId="{222894FC-9D97-4FAB-ABFB-08828321DD90}" dt="2024-08-05T15:06:08.938" v="21277" actId="20577"/>
        <pc:sldMkLst>
          <pc:docMk/>
          <pc:sldMk cId="2843856051" sldId="257"/>
        </pc:sldMkLst>
        <pc:spChg chg="mod">
          <ac:chgData name="Wai T" userId="803fb5f0506a6e42" providerId="LiveId" clId="{222894FC-9D97-4FAB-ABFB-08828321DD90}" dt="2024-08-02T08:02:55.013" v="1909" actId="20577"/>
          <ac:spMkLst>
            <pc:docMk/>
            <pc:sldMk cId="2843856051" sldId="257"/>
            <ac:spMk id="2" creationId="{30084110-A00B-8FF9-9C61-951C571034C2}"/>
          </ac:spMkLst>
        </pc:spChg>
        <pc:spChg chg="mod">
          <ac:chgData name="Wai T" userId="803fb5f0506a6e42" providerId="LiveId" clId="{222894FC-9D97-4FAB-ABFB-08828321DD90}" dt="2024-08-05T15:06:08.938" v="21277" actId="20577"/>
          <ac:spMkLst>
            <pc:docMk/>
            <pc:sldMk cId="2843856051" sldId="257"/>
            <ac:spMk id="3" creationId="{49A1E305-0ACB-E9E8-B410-36036DD3CDE4}"/>
          </ac:spMkLst>
        </pc:spChg>
      </pc:sldChg>
      <pc:sldChg chg="addSp delSp modSp mod ord modAnim">
        <pc:chgData name="Wai T" userId="803fb5f0506a6e42" providerId="LiveId" clId="{222894FC-9D97-4FAB-ABFB-08828321DD90}" dt="2024-08-05T16:11:49.787" v="22244" actId="20577"/>
        <pc:sldMkLst>
          <pc:docMk/>
          <pc:sldMk cId="1797728033" sldId="258"/>
        </pc:sldMkLst>
        <pc:spChg chg="mod">
          <ac:chgData name="Wai T" userId="803fb5f0506a6e42" providerId="LiveId" clId="{222894FC-9D97-4FAB-ABFB-08828321DD90}" dt="2024-08-05T16:11:49.787" v="22244" actId="20577"/>
          <ac:spMkLst>
            <pc:docMk/>
            <pc:sldMk cId="1797728033" sldId="258"/>
            <ac:spMk id="2" creationId="{81E27025-1091-91BD-38F2-6067A09364E3}"/>
          </ac:spMkLst>
        </pc:spChg>
        <pc:spChg chg="del mod">
          <ac:chgData name="Wai T" userId="803fb5f0506a6e42" providerId="LiveId" clId="{222894FC-9D97-4FAB-ABFB-08828321DD90}" dt="2024-08-02T07:07:02.968" v="178" actId="478"/>
          <ac:spMkLst>
            <pc:docMk/>
            <pc:sldMk cId="1797728033" sldId="258"/>
            <ac:spMk id="3" creationId="{33FD4D1C-E169-8A1D-E7A0-BB73D73694A0}"/>
          </ac:spMkLst>
        </pc:spChg>
        <pc:spChg chg="mod">
          <ac:chgData name="Wai T" userId="803fb5f0506a6e42" providerId="LiveId" clId="{222894FC-9D97-4FAB-ABFB-08828321DD90}" dt="2024-08-05T16:10:45.610" v="22221" actId="20577"/>
          <ac:spMkLst>
            <pc:docMk/>
            <pc:sldMk cId="1797728033" sldId="258"/>
            <ac:spMk id="4" creationId="{7E861DCF-2177-41EC-70EC-A4742EC3BACA}"/>
          </ac:spMkLst>
        </pc:spChg>
        <pc:spChg chg="mod">
          <ac:chgData name="Wai T" userId="803fb5f0506a6e42" providerId="LiveId" clId="{222894FC-9D97-4FAB-ABFB-08828321DD90}" dt="2024-08-05T08:48:49.568" v="16951" actId="1076"/>
          <ac:spMkLst>
            <pc:docMk/>
            <pc:sldMk cId="1797728033" sldId="258"/>
            <ac:spMk id="5" creationId="{C3144560-3F31-D246-0A21-A1516AAE54E8}"/>
          </ac:spMkLst>
        </pc:spChg>
        <pc:spChg chg="mod">
          <ac:chgData name="Wai T" userId="803fb5f0506a6e42" providerId="LiveId" clId="{222894FC-9D97-4FAB-ABFB-08828321DD90}" dt="2024-08-05T08:48:47.365" v="16950" actId="1076"/>
          <ac:spMkLst>
            <pc:docMk/>
            <pc:sldMk cId="1797728033" sldId="258"/>
            <ac:spMk id="6" creationId="{EC8ED5A6-3B7E-2823-DD91-D14D06FD2FFB}"/>
          </ac:spMkLst>
        </pc:spChg>
        <pc:spChg chg="mod">
          <ac:chgData name="Wai T" userId="803fb5f0506a6e42" providerId="LiveId" clId="{222894FC-9D97-4FAB-ABFB-08828321DD90}" dt="2024-08-05T08:48:44.251" v="16949" actId="1076"/>
          <ac:spMkLst>
            <pc:docMk/>
            <pc:sldMk cId="1797728033" sldId="258"/>
            <ac:spMk id="7" creationId="{0960C46A-399F-79D1-CC0F-6BB9E4A02CEA}"/>
          </ac:spMkLst>
        </pc:spChg>
        <pc:spChg chg="mod">
          <ac:chgData name="Wai T" userId="803fb5f0506a6e42" providerId="LiveId" clId="{222894FC-9D97-4FAB-ABFB-08828321DD90}" dt="2024-08-05T08:32:38.843" v="16060" actId="1076"/>
          <ac:spMkLst>
            <pc:docMk/>
            <pc:sldMk cId="1797728033" sldId="258"/>
            <ac:spMk id="8" creationId="{37520CF7-3A91-B171-70B9-01CE309EE80C}"/>
          </ac:spMkLst>
        </pc:spChg>
        <pc:spChg chg="mod">
          <ac:chgData name="Wai T" userId="803fb5f0506a6e42" providerId="LiveId" clId="{222894FC-9D97-4FAB-ABFB-08828321DD90}" dt="2024-08-05T15:21:27.218" v="22015" actId="1076"/>
          <ac:spMkLst>
            <pc:docMk/>
            <pc:sldMk cId="1797728033" sldId="258"/>
            <ac:spMk id="10" creationId="{B6F539EF-7ED1-277C-9052-1A88EDA5C73F}"/>
          </ac:spMkLst>
        </pc:spChg>
        <pc:spChg chg="mod">
          <ac:chgData name="Wai T" userId="803fb5f0506a6e42" providerId="LiveId" clId="{222894FC-9D97-4FAB-ABFB-08828321DD90}" dt="2024-08-05T15:19:05.734" v="21964" actId="1076"/>
          <ac:spMkLst>
            <pc:docMk/>
            <pc:sldMk cId="1797728033" sldId="258"/>
            <ac:spMk id="11" creationId="{CBDCB144-8A43-EB05-1E5B-861E0B6EC6F5}"/>
          </ac:spMkLst>
        </pc:spChg>
        <pc:spChg chg="mod">
          <ac:chgData name="Wai T" userId="803fb5f0506a6e42" providerId="LiveId" clId="{222894FC-9D97-4FAB-ABFB-08828321DD90}" dt="2024-08-05T15:19:08.845" v="21965" actId="1076"/>
          <ac:spMkLst>
            <pc:docMk/>
            <pc:sldMk cId="1797728033" sldId="258"/>
            <ac:spMk id="12" creationId="{C6B37762-0C60-FEA4-C56F-90A3874A8338}"/>
          </ac:spMkLst>
        </pc:spChg>
        <pc:spChg chg="add del mod">
          <ac:chgData name="Wai T" userId="803fb5f0506a6e42" providerId="LiveId" clId="{222894FC-9D97-4FAB-ABFB-08828321DD90}" dt="2024-08-05T08:37:36.893" v="16208" actId="478"/>
          <ac:spMkLst>
            <pc:docMk/>
            <pc:sldMk cId="1797728033" sldId="258"/>
            <ac:spMk id="13" creationId="{AE73DD55-9220-8F30-B8A6-415EB71EE04E}"/>
          </ac:spMkLst>
        </pc:spChg>
        <pc:spChg chg="add mod">
          <ac:chgData name="Wai T" userId="803fb5f0506a6e42" providerId="LiveId" clId="{222894FC-9D97-4FAB-ABFB-08828321DD90}" dt="2024-08-05T08:48:52.579" v="16952" actId="1076"/>
          <ac:spMkLst>
            <pc:docMk/>
            <pc:sldMk cId="1797728033" sldId="258"/>
            <ac:spMk id="23" creationId="{3BEC6898-AA34-18E4-0C83-521BBEED2576}"/>
          </ac:spMkLst>
        </pc:spChg>
        <pc:spChg chg="add mod">
          <ac:chgData name="Wai T" userId="803fb5f0506a6e42" providerId="LiveId" clId="{222894FC-9D97-4FAB-ABFB-08828321DD90}" dt="2024-08-05T08:49:37.829" v="16958" actId="164"/>
          <ac:spMkLst>
            <pc:docMk/>
            <pc:sldMk cId="1797728033" sldId="258"/>
            <ac:spMk id="28" creationId="{00E9373B-0A1C-DE92-9F4E-299004F63BF2}"/>
          </ac:spMkLst>
        </pc:spChg>
        <pc:spChg chg="add mod">
          <ac:chgData name="Wai T" userId="803fb5f0506a6e42" providerId="LiveId" clId="{222894FC-9D97-4FAB-ABFB-08828321DD90}" dt="2024-08-05T15:19:29.748" v="21969" actId="164"/>
          <ac:spMkLst>
            <pc:docMk/>
            <pc:sldMk cId="1797728033" sldId="258"/>
            <ac:spMk id="29" creationId="{5A3546CC-043E-C1D2-B1ED-7880F4DAF9D0}"/>
          </ac:spMkLst>
        </pc:spChg>
        <pc:spChg chg="add mod">
          <ac:chgData name="Wai T" userId="803fb5f0506a6e42" providerId="LiveId" clId="{222894FC-9D97-4FAB-ABFB-08828321DD90}" dt="2024-08-02T07:57:00.981" v="1636" actId="1076"/>
          <ac:spMkLst>
            <pc:docMk/>
            <pc:sldMk cId="1797728033" sldId="258"/>
            <ac:spMk id="30" creationId="{C0E8FB25-3DEA-9C11-85C4-B7D4BEBF648C}"/>
          </ac:spMkLst>
        </pc:spChg>
        <pc:spChg chg="mod">
          <ac:chgData name="Wai T" userId="803fb5f0506a6e42" providerId="LiveId" clId="{222894FC-9D97-4FAB-ABFB-08828321DD90}" dt="2024-08-05T08:49:42.400" v="16959"/>
          <ac:spMkLst>
            <pc:docMk/>
            <pc:sldMk cId="1797728033" sldId="258"/>
            <ac:spMk id="37" creationId="{51B5EF85-9C77-4301-6CB7-F523B5BDA97F}"/>
          </ac:spMkLst>
        </pc:spChg>
        <pc:spChg chg="mod">
          <ac:chgData name="Wai T" userId="803fb5f0506a6e42" providerId="LiveId" clId="{222894FC-9D97-4FAB-ABFB-08828321DD90}" dt="2024-08-05T08:49:43.173" v="16960"/>
          <ac:spMkLst>
            <pc:docMk/>
            <pc:sldMk cId="1797728033" sldId="258"/>
            <ac:spMk id="40" creationId="{A48C5E80-3E0A-303F-27F7-F44527747C63}"/>
          </ac:spMkLst>
        </pc:spChg>
        <pc:spChg chg="add mod">
          <ac:chgData name="Wai T" userId="803fb5f0506a6e42" providerId="LiveId" clId="{222894FC-9D97-4FAB-ABFB-08828321DD90}" dt="2024-08-05T15:19:37.406" v="21971" actId="164"/>
          <ac:spMkLst>
            <pc:docMk/>
            <pc:sldMk cId="1797728033" sldId="258"/>
            <ac:spMk id="46" creationId="{476A3099-CB24-489D-9119-3521D4F43A5D}"/>
          </ac:spMkLst>
        </pc:spChg>
        <pc:spChg chg="mod">
          <ac:chgData name="Wai T" userId="803fb5f0506a6e42" providerId="LiveId" clId="{222894FC-9D97-4FAB-ABFB-08828321DD90}" dt="2024-08-05T08:50:44.170" v="16971"/>
          <ac:spMkLst>
            <pc:docMk/>
            <pc:sldMk cId="1797728033" sldId="258"/>
            <ac:spMk id="48" creationId="{2C62CB4A-32A6-174F-0AD5-C2EAE025329C}"/>
          </ac:spMkLst>
        </pc:spChg>
        <pc:spChg chg="mod">
          <ac:chgData name="Wai T" userId="803fb5f0506a6e42" providerId="LiveId" clId="{222894FC-9D97-4FAB-ABFB-08828321DD90}" dt="2024-08-05T08:50:44.170" v="16971"/>
          <ac:spMkLst>
            <pc:docMk/>
            <pc:sldMk cId="1797728033" sldId="258"/>
            <ac:spMk id="51" creationId="{FF506F43-C737-3B1F-C996-A9472C3E3C4F}"/>
          </ac:spMkLst>
        </pc:spChg>
        <pc:spChg chg="mod topLvl">
          <ac:chgData name="Wai T" userId="803fb5f0506a6e42" providerId="LiveId" clId="{222894FC-9D97-4FAB-ABFB-08828321DD90}" dt="2024-08-05T15:19:37.406" v="21971" actId="164"/>
          <ac:spMkLst>
            <pc:docMk/>
            <pc:sldMk cId="1797728033" sldId="258"/>
            <ac:spMk id="55" creationId="{8604073D-AFF7-A3EC-3675-6D204AB1C68F}"/>
          </ac:spMkLst>
        </pc:spChg>
        <pc:spChg chg="add mod">
          <ac:chgData name="Wai T" userId="803fb5f0506a6e42" providerId="LiveId" clId="{222894FC-9D97-4FAB-ABFB-08828321DD90}" dt="2024-08-05T15:19:37.406" v="21971" actId="164"/>
          <ac:spMkLst>
            <pc:docMk/>
            <pc:sldMk cId="1797728033" sldId="258"/>
            <ac:spMk id="58" creationId="{F748C0C8-ECED-DB5C-70D2-A3A492522C8F}"/>
          </ac:spMkLst>
        </pc:spChg>
        <pc:spChg chg="add mod">
          <ac:chgData name="Wai T" userId="803fb5f0506a6e42" providerId="LiveId" clId="{222894FC-9D97-4FAB-ABFB-08828321DD90}" dt="2024-08-05T15:19:19.655" v="21967" actId="164"/>
          <ac:spMkLst>
            <pc:docMk/>
            <pc:sldMk cId="1797728033" sldId="258"/>
            <ac:spMk id="64" creationId="{6A8A856A-AB76-F221-E4B8-ADCED703EECE}"/>
          </ac:spMkLst>
        </pc:spChg>
        <pc:spChg chg="mod topLvl">
          <ac:chgData name="Wai T" userId="803fb5f0506a6e42" providerId="LiveId" clId="{222894FC-9D97-4FAB-ABFB-08828321DD90}" dt="2024-08-05T15:19:19.655" v="21967" actId="164"/>
          <ac:spMkLst>
            <pc:docMk/>
            <pc:sldMk cId="1797728033" sldId="258"/>
            <ac:spMk id="66" creationId="{D36F3365-D3D5-B6C1-92F3-6311AECC83C1}"/>
          </ac:spMkLst>
        </pc:spChg>
        <pc:spChg chg="mod topLvl">
          <ac:chgData name="Wai T" userId="803fb5f0506a6e42" providerId="LiveId" clId="{222894FC-9D97-4FAB-ABFB-08828321DD90}" dt="2024-08-05T15:19:19.655" v="21967" actId="164"/>
          <ac:spMkLst>
            <pc:docMk/>
            <pc:sldMk cId="1797728033" sldId="258"/>
            <ac:spMk id="69" creationId="{A3F8E063-33B3-E737-42C4-6FC8FFD7F69A}"/>
          </ac:spMkLst>
        </pc:spChg>
        <pc:spChg chg="add mod">
          <ac:chgData name="Wai T" userId="803fb5f0506a6e42" providerId="LiveId" clId="{222894FC-9D97-4FAB-ABFB-08828321DD90}" dt="2024-08-05T15:19:19.655" v="21967" actId="164"/>
          <ac:spMkLst>
            <pc:docMk/>
            <pc:sldMk cId="1797728033" sldId="258"/>
            <ac:spMk id="71" creationId="{34B4345C-C7A0-96E0-4E5B-357B3684C164}"/>
          </ac:spMkLst>
        </pc:spChg>
        <pc:spChg chg="add mod">
          <ac:chgData name="Wai T" userId="803fb5f0506a6e42" providerId="LiveId" clId="{222894FC-9D97-4FAB-ABFB-08828321DD90}" dt="2024-08-05T15:19:19.655" v="21967" actId="164"/>
          <ac:spMkLst>
            <pc:docMk/>
            <pc:sldMk cId="1797728033" sldId="258"/>
            <ac:spMk id="72" creationId="{18340B4C-A7C4-C84D-F282-F9546A75F478}"/>
          </ac:spMkLst>
        </pc:spChg>
        <pc:spChg chg="add mod">
          <ac:chgData name="Wai T" userId="803fb5f0506a6e42" providerId="LiveId" clId="{222894FC-9D97-4FAB-ABFB-08828321DD90}" dt="2024-08-05T15:19:19.655" v="21967" actId="164"/>
          <ac:spMkLst>
            <pc:docMk/>
            <pc:sldMk cId="1797728033" sldId="258"/>
            <ac:spMk id="76" creationId="{EC903DA8-DFCC-B4A6-4F84-40A7CC12AEC4}"/>
          </ac:spMkLst>
        </pc:spChg>
        <pc:spChg chg="add del mod">
          <ac:chgData name="Wai T" userId="803fb5f0506a6e42" providerId="LiveId" clId="{222894FC-9D97-4FAB-ABFB-08828321DD90}" dt="2024-08-02T07:37:35.268" v="853" actId="478"/>
          <ac:spMkLst>
            <pc:docMk/>
            <pc:sldMk cId="1797728033" sldId="258"/>
            <ac:spMk id="78" creationId="{4F5CC1AC-CDFC-795A-2896-46EA9C60443F}"/>
          </ac:spMkLst>
        </pc:spChg>
        <pc:spChg chg="add del mod">
          <ac:chgData name="Wai T" userId="803fb5f0506a6e42" providerId="LiveId" clId="{222894FC-9D97-4FAB-ABFB-08828321DD90}" dt="2024-08-05T08:54:21.762" v="16995" actId="478"/>
          <ac:spMkLst>
            <pc:docMk/>
            <pc:sldMk cId="1797728033" sldId="258"/>
            <ac:spMk id="85" creationId="{401558B3-564C-2A7C-7D6A-0C7319C0E25F}"/>
          </ac:spMkLst>
        </pc:spChg>
        <pc:spChg chg="add del">
          <ac:chgData name="Wai T" userId="803fb5f0506a6e42" providerId="LiveId" clId="{222894FC-9D97-4FAB-ABFB-08828321DD90}" dt="2024-08-05T08:54:46.124" v="16997" actId="478"/>
          <ac:spMkLst>
            <pc:docMk/>
            <pc:sldMk cId="1797728033" sldId="258"/>
            <ac:spMk id="86" creationId="{3B550022-17F5-58E5-F304-3C1D7917DF6D}"/>
          </ac:spMkLst>
        </pc:spChg>
        <pc:spChg chg="add mod">
          <ac:chgData name="Wai T" userId="803fb5f0506a6e42" providerId="LiveId" clId="{222894FC-9D97-4FAB-ABFB-08828321DD90}" dt="2024-08-05T15:19:19.655" v="21967" actId="164"/>
          <ac:spMkLst>
            <pc:docMk/>
            <pc:sldMk cId="1797728033" sldId="258"/>
            <ac:spMk id="87" creationId="{2DF1EFD8-1991-A048-01E5-F3D9C75D77E3}"/>
          </ac:spMkLst>
        </pc:spChg>
        <pc:spChg chg="add mod">
          <ac:chgData name="Wai T" userId="803fb5f0506a6e42" providerId="LiveId" clId="{222894FC-9D97-4FAB-ABFB-08828321DD90}" dt="2024-08-05T15:19:49.688" v="21973" actId="164"/>
          <ac:spMkLst>
            <pc:docMk/>
            <pc:sldMk cId="1797728033" sldId="258"/>
            <ac:spMk id="90" creationId="{648A5F09-EBE4-0830-343B-8A2E884117AE}"/>
          </ac:spMkLst>
        </pc:spChg>
        <pc:spChg chg="add del mod">
          <ac:chgData name="Wai T" userId="803fb5f0506a6e42" providerId="LiveId" clId="{222894FC-9D97-4FAB-ABFB-08828321DD90}" dt="2024-08-05T08:33:21.299" v="16062" actId="478"/>
          <ac:spMkLst>
            <pc:docMk/>
            <pc:sldMk cId="1797728033" sldId="258"/>
            <ac:spMk id="91" creationId="{CA52A4A8-2E45-6CC2-39FE-79761CD30B39}"/>
          </ac:spMkLst>
        </pc:spChg>
        <pc:spChg chg="add mod">
          <ac:chgData name="Wai T" userId="803fb5f0506a6e42" providerId="LiveId" clId="{222894FC-9D97-4FAB-ABFB-08828321DD90}" dt="2024-08-05T15:19:49.688" v="21973" actId="164"/>
          <ac:spMkLst>
            <pc:docMk/>
            <pc:sldMk cId="1797728033" sldId="258"/>
            <ac:spMk id="92" creationId="{9DFDEDD1-A52E-1987-446F-73A1C2A5FF52}"/>
          </ac:spMkLst>
        </pc:spChg>
        <pc:spChg chg="add mod">
          <ac:chgData name="Wai T" userId="803fb5f0506a6e42" providerId="LiveId" clId="{222894FC-9D97-4FAB-ABFB-08828321DD90}" dt="2024-08-05T15:19:49.688" v="21973" actId="164"/>
          <ac:spMkLst>
            <pc:docMk/>
            <pc:sldMk cId="1797728033" sldId="258"/>
            <ac:spMk id="94" creationId="{FC014AF1-BE9C-2000-5472-1D47D5961720}"/>
          </ac:spMkLst>
        </pc:spChg>
        <pc:spChg chg="add mod">
          <ac:chgData name="Wai T" userId="803fb5f0506a6e42" providerId="LiveId" clId="{222894FC-9D97-4FAB-ABFB-08828321DD90}" dt="2024-08-05T15:19:49.688" v="21973" actId="164"/>
          <ac:spMkLst>
            <pc:docMk/>
            <pc:sldMk cId="1797728033" sldId="258"/>
            <ac:spMk id="95" creationId="{766D559D-7F42-D512-CCFB-959B5A0A80BE}"/>
          </ac:spMkLst>
        </pc:spChg>
        <pc:spChg chg="add mod">
          <ac:chgData name="Wai T" userId="803fb5f0506a6e42" providerId="LiveId" clId="{222894FC-9D97-4FAB-ABFB-08828321DD90}" dt="2024-08-05T15:19:49.688" v="21973" actId="164"/>
          <ac:spMkLst>
            <pc:docMk/>
            <pc:sldMk cId="1797728033" sldId="258"/>
            <ac:spMk id="96" creationId="{C4DD4E6D-B3BC-33A5-B2A6-7D63892AA65F}"/>
          </ac:spMkLst>
        </pc:spChg>
        <pc:spChg chg="add mod">
          <ac:chgData name="Wai T" userId="803fb5f0506a6e42" providerId="LiveId" clId="{222894FC-9D97-4FAB-ABFB-08828321DD90}" dt="2024-08-05T15:19:49.688" v="21973" actId="164"/>
          <ac:spMkLst>
            <pc:docMk/>
            <pc:sldMk cId="1797728033" sldId="258"/>
            <ac:spMk id="97" creationId="{94BBBE80-8137-DA40-B437-D06331BC963F}"/>
          </ac:spMkLst>
        </pc:spChg>
        <pc:spChg chg="add del mod">
          <ac:chgData name="Wai T" userId="803fb5f0506a6e42" providerId="LiveId" clId="{222894FC-9D97-4FAB-ABFB-08828321DD90}" dt="2024-08-05T08:56:19.224" v="17003" actId="478"/>
          <ac:spMkLst>
            <pc:docMk/>
            <pc:sldMk cId="1797728033" sldId="258"/>
            <ac:spMk id="102" creationId="{3D5A5F48-9281-8EC8-E20B-2BE9C9A9AEDC}"/>
          </ac:spMkLst>
        </pc:spChg>
        <pc:spChg chg="add del mod">
          <ac:chgData name="Wai T" userId="803fb5f0506a6e42" providerId="LiveId" clId="{222894FC-9D97-4FAB-ABFB-08828321DD90}" dt="2024-08-05T09:08:16.124" v="17344" actId="478"/>
          <ac:spMkLst>
            <pc:docMk/>
            <pc:sldMk cId="1797728033" sldId="258"/>
            <ac:spMk id="112" creationId="{6D5DCE05-D1C0-EBD1-69B2-8E88CCF5F2F0}"/>
          </ac:spMkLst>
        </pc:spChg>
        <pc:grpChg chg="add mod">
          <ac:chgData name="Wai T" userId="803fb5f0506a6e42" providerId="LiveId" clId="{222894FC-9D97-4FAB-ABFB-08828321DD90}" dt="2024-08-05T15:19:29.748" v="21969" actId="164"/>
          <ac:grpSpMkLst>
            <pc:docMk/>
            <pc:sldMk cId="1797728033" sldId="258"/>
            <ac:grpSpMk id="35" creationId="{0A631638-E83F-30AF-BCE6-B6813BA92FA6}"/>
          </ac:grpSpMkLst>
        </pc:grpChg>
        <pc:grpChg chg="add mod">
          <ac:chgData name="Wai T" userId="803fb5f0506a6e42" providerId="LiveId" clId="{222894FC-9D97-4FAB-ABFB-08828321DD90}" dt="2024-08-05T15:19:29.748" v="21969" actId="164"/>
          <ac:grpSpMkLst>
            <pc:docMk/>
            <pc:sldMk cId="1797728033" sldId="258"/>
            <ac:grpSpMk id="36" creationId="{7280A36F-7996-1EB0-DA48-48ED6714D41C}"/>
          </ac:grpSpMkLst>
        </pc:grpChg>
        <pc:grpChg chg="add mod">
          <ac:chgData name="Wai T" userId="803fb5f0506a6e42" providerId="LiveId" clId="{222894FC-9D97-4FAB-ABFB-08828321DD90}" dt="2024-08-05T15:19:29.748" v="21969" actId="164"/>
          <ac:grpSpMkLst>
            <pc:docMk/>
            <pc:sldMk cId="1797728033" sldId="258"/>
            <ac:grpSpMk id="39" creationId="{088A3B8F-F258-E04D-0DD9-519F4C0998F2}"/>
          </ac:grpSpMkLst>
        </pc:grpChg>
        <pc:grpChg chg="add mod">
          <ac:chgData name="Wai T" userId="803fb5f0506a6e42" providerId="LiveId" clId="{222894FC-9D97-4FAB-ABFB-08828321DD90}" dt="2024-08-05T15:19:37.406" v="21971" actId="164"/>
          <ac:grpSpMkLst>
            <pc:docMk/>
            <pc:sldMk cId="1797728033" sldId="258"/>
            <ac:grpSpMk id="47" creationId="{C8058DE7-D97E-BAD2-7018-F6930B22E5B0}"/>
          </ac:grpSpMkLst>
        </pc:grpChg>
        <pc:grpChg chg="add mod">
          <ac:chgData name="Wai T" userId="803fb5f0506a6e42" providerId="LiveId" clId="{222894FC-9D97-4FAB-ABFB-08828321DD90}" dt="2024-08-05T15:19:37.406" v="21971" actId="164"/>
          <ac:grpSpMkLst>
            <pc:docMk/>
            <pc:sldMk cId="1797728033" sldId="258"/>
            <ac:grpSpMk id="50" creationId="{609235C0-CCAA-6693-2E29-343C3BD69312}"/>
          </ac:grpSpMkLst>
        </pc:grpChg>
        <pc:grpChg chg="add del mod">
          <ac:chgData name="Wai T" userId="803fb5f0506a6e42" providerId="LiveId" clId="{222894FC-9D97-4FAB-ABFB-08828321DD90}" dt="2024-08-05T08:50:55.158" v="16973" actId="478"/>
          <ac:grpSpMkLst>
            <pc:docMk/>
            <pc:sldMk cId="1797728033" sldId="258"/>
            <ac:grpSpMk id="54" creationId="{43EE511C-4CAA-8D55-0F82-6AD877A6F09C}"/>
          </ac:grpSpMkLst>
        </pc:grpChg>
        <pc:grpChg chg="add del mod">
          <ac:chgData name="Wai T" userId="803fb5f0506a6e42" providerId="LiveId" clId="{222894FC-9D97-4FAB-ABFB-08828321DD90}" dt="2024-08-05T08:53:00.925" v="16982" actId="165"/>
          <ac:grpSpMkLst>
            <pc:docMk/>
            <pc:sldMk cId="1797728033" sldId="258"/>
            <ac:grpSpMk id="65" creationId="{6F1C83BB-8380-0A80-0CE4-02392D388A5C}"/>
          </ac:grpSpMkLst>
        </pc:grpChg>
        <pc:grpChg chg="add del mod">
          <ac:chgData name="Wai T" userId="803fb5f0506a6e42" providerId="LiveId" clId="{222894FC-9D97-4FAB-ABFB-08828321DD90}" dt="2024-08-05T08:53:00.925" v="16982" actId="165"/>
          <ac:grpSpMkLst>
            <pc:docMk/>
            <pc:sldMk cId="1797728033" sldId="258"/>
            <ac:grpSpMk id="68" creationId="{08085B1B-BB2B-FAA7-CC4E-9F42C45F658F}"/>
          </ac:grpSpMkLst>
        </pc:grpChg>
        <pc:grpChg chg="add mod">
          <ac:chgData name="Wai T" userId="803fb5f0506a6e42" providerId="LiveId" clId="{222894FC-9D97-4FAB-ABFB-08828321DD90}" dt="2024-08-05T15:19:57.369" v="21975" actId="1076"/>
          <ac:grpSpMkLst>
            <pc:docMk/>
            <pc:sldMk cId="1797728033" sldId="258"/>
            <ac:grpSpMk id="106" creationId="{B9D96D3F-CD5F-457D-361C-786E908FE208}"/>
          </ac:grpSpMkLst>
        </pc:grpChg>
        <pc:grpChg chg="add mod">
          <ac:chgData name="Wai T" userId="803fb5f0506a6e42" providerId="LiveId" clId="{222894FC-9D97-4FAB-ABFB-08828321DD90}" dt="2024-08-05T15:19:33.136" v="21970" actId="1076"/>
          <ac:grpSpMkLst>
            <pc:docMk/>
            <pc:sldMk cId="1797728033" sldId="258"/>
            <ac:grpSpMk id="107" creationId="{F623D2DA-B546-9A5A-D70B-88286EF5DC95}"/>
          </ac:grpSpMkLst>
        </pc:grpChg>
        <pc:grpChg chg="add mod">
          <ac:chgData name="Wai T" userId="803fb5f0506a6e42" providerId="LiveId" clId="{222894FC-9D97-4FAB-ABFB-08828321DD90}" dt="2024-08-05T15:20:01.828" v="21976" actId="1076"/>
          <ac:grpSpMkLst>
            <pc:docMk/>
            <pc:sldMk cId="1797728033" sldId="258"/>
            <ac:grpSpMk id="108" creationId="{CCE38496-4399-0DB9-AB9E-D2CC315A4CF1}"/>
          </ac:grpSpMkLst>
        </pc:grpChg>
        <pc:grpChg chg="add mod">
          <ac:chgData name="Wai T" userId="803fb5f0506a6e42" providerId="LiveId" clId="{222894FC-9D97-4FAB-ABFB-08828321DD90}" dt="2024-08-05T15:21:54.885" v="22016" actId="1076"/>
          <ac:grpSpMkLst>
            <pc:docMk/>
            <pc:sldMk cId="1797728033" sldId="258"/>
            <ac:grpSpMk id="109" creationId="{04CF1CB4-4A75-019E-9887-3F6DADCA337B}"/>
          </ac:grpSpMkLst>
        </pc:grpChg>
        <pc:cxnChg chg="add del mod">
          <ac:chgData name="Wai T" userId="803fb5f0506a6e42" providerId="LiveId" clId="{222894FC-9D97-4FAB-ABFB-08828321DD90}" dt="2024-08-02T07:23:32.450" v="325" actId="478"/>
          <ac:cxnSpMkLst>
            <pc:docMk/>
            <pc:sldMk cId="1797728033" sldId="258"/>
            <ac:cxnSpMk id="13" creationId="{6C201054-0F66-48E7-36C5-979BD5E37939}"/>
          </ac:cxnSpMkLst>
        </pc:cxnChg>
        <pc:cxnChg chg="add del mod">
          <ac:chgData name="Wai T" userId="803fb5f0506a6e42" providerId="LiveId" clId="{222894FC-9D97-4FAB-ABFB-08828321DD90}" dt="2024-08-02T07:23:30.809" v="324" actId="478"/>
          <ac:cxnSpMkLst>
            <pc:docMk/>
            <pc:sldMk cId="1797728033" sldId="258"/>
            <ac:cxnSpMk id="15" creationId="{9B26DFC8-C678-1F24-6BF9-BA1B29840A30}"/>
          </ac:cxnSpMkLst>
        </pc:cxnChg>
        <pc:cxnChg chg="add mod">
          <ac:chgData name="Wai T" userId="803fb5f0506a6e42" providerId="LiveId" clId="{222894FC-9D97-4FAB-ABFB-08828321DD90}" dt="2024-08-05T08:48:47.365" v="16950" actId="1076"/>
          <ac:cxnSpMkLst>
            <pc:docMk/>
            <pc:sldMk cId="1797728033" sldId="258"/>
            <ac:cxnSpMk id="17" creationId="{0EE10171-B727-55CD-1726-55A34DB30149}"/>
          </ac:cxnSpMkLst>
        </pc:cxnChg>
        <pc:cxnChg chg="add mod">
          <ac:chgData name="Wai T" userId="803fb5f0506a6e42" providerId="LiveId" clId="{222894FC-9D97-4FAB-ABFB-08828321DD90}" dt="2024-08-05T08:48:49.568" v="16951" actId="1076"/>
          <ac:cxnSpMkLst>
            <pc:docMk/>
            <pc:sldMk cId="1797728033" sldId="258"/>
            <ac:cxnSpMk id="19" creationId="{74CCA026-1BB0-4507-F5C5-80765AA80433}"/>
          </ac:cxnSpMkLst>
        </pc:cxnChg>
        <pc:cxnChg chg="add mod">
          <ac:chgData name="Wai T" userId="803fb5f0506a6e42" providerId="LiveId" clId="{222894FC-9D97-4FAB-ABFB-08828321DD90}" dt="2024-08-05T08:48:52.579" v="16952" actId="1076"/>
          <ac:cxnSpMkLst>
            <pc:docMk/>
            <pc:sldMk cId="1797728033" sldId="258"/>
            <ac:cxnSpMk id="25" creationId="{4BB7F54D-07E4-315F-1B5D-9DA4CB8740F1}"/>
          </ac:cxnSpMkLst>
        </pc:cxnChg>
        <pc:cxnChg chg="add mod">
          <ac:chgData name="Wai T" userId="803fb5f0506a6e42" providerId="LiveId" clId="{222894FC-9D97-4FAB-ABFB-08828321DD90}" dt="2024-08-05T08:48:52.579" v="16952" actId="1076"/>
          <ac:cxnSpMkLst>
            <pc:docMk/>
            <pc:sldMk cId="1797728033" sldId="258"/>
            <ac:cxnSpMk id="27" creationId="{7AC48CAC-3957-BF55-142F-7FBDC5501B92}"/>
          </ac:cxnSpMkLst>
        </pc:cxnChg>
        <pc:cxnChg chg="add del mod">
          <ac:chgData name="Wai T" userId="803fb5f0506a6e42" providerId="LiveId" clId="{222894FC-9D97-4FAB-ABFB-08828321DD90}" dt="2024-08-02T07:23:28.404" v="322" actId="478"/>
          <ac:cxnSpMkLst>
            <pc:docMk/>
            <pc:sldMk cId="1797728033" sldId="258"/>
            <ac:cxnSpMk id="32" creationId="{4B5BE142-7987-38B1-F1F9-F827D4FCF071}"/>
          </ac:cxnSpMkLst>
        </pc:cxnChg>
        <pc:cxnChg chg="add mod">
          <ac:chgData name="Wai T" userId="803fb5f0506a6e42" providerId="LiveId" clId="{222894FC-9D97-4FAB-ABFB-08828321DD90}" dt="2024-08-05T08:50:00.800" v="16964" actId="14100"/>
          <ac:cxnSpMkLst>
            <pc:docMk/>
            <pc:sldMk cId="1797728033" sldId="258"/>
            <ac:cxnSpMk id="32" creationId="{FA4BB8EB-FBB7-E58F-E6ED-2D8AC0F47EF0}"/>
          </ac:cxnSpMkLst>
        </pc:cxnChg>
        <pc:cxnChg chg="add mod">
          <ac:chgData name="Wai T" userId="803fb5f0506a6e42" providerId="LiveId" clId="{222894FC-9D97-4FAB-ABFB-08828321DD90}" dt="2024-08-05T08:32:38.843" v="16060" actId="1076"/>
          <ac:cxnSpMkLst>
            <pc:docMk/>
            <pc:sldMk cId="1797728033" sldId="258"/>
            <ac:cxnSpMk id="34" creationId="{7A8CDE7B-9B58-9217-7649-3DF34F1E70B1}"/>
          </ac:cxnSpMkLst>
        </pc:cxnChg>
        <pc:cxnChg chg="add del mod">
          <ac:chgData name="Wai T" userId="803fb5f0506a6e42" providerId="LiveId" clId="{222894FC-9D97-4FAB-ABFB-08828321DD90}" dt="2024-08-02T07:23:29.873" v="323" actId="478"/>
          <ac:cxnSpMkLst>
            <pc:docMk/>
            <pc:sldMk cId="1797728033" sldId="258"/>
            <ac:cxnSpMk id="36" creationId="{AEE7B1BB-A621-D0BF-217F-E2E5FA7A309C}"/>
          </ac:cxnSpMkLst>
        </pc:cxnChg>
        <pc:cxnChg chg="mod">
          <ac:chgData name="Wai T" userId="803fb5f0506a6e42" providerId="LiveId" clId="{222894FC-9D97-4FAB-ABFB-08828321DD90}" dt="2024-08-05T08:50:30.545" v="16969" actId="14100"/>
          <ac:cxnSpMkLst>
            <pc:docMk/>
            <pc:sldMk cId="1797728033" sldId="258"/>
            <ac:cxnSpMk id="38" creationId="{31FA7A95-6CE7-F079-B3BB-4D7ECB199C09}"/>
          </ac:cxnSpMkLst>
        </pc:cxnChg>
        <pc:cxnChg chg="mod">
          <ac:chgData name="Wai T" userId="803fb5f0506a6e42" providerId="LiveId" clId="{222894FC-9D97-4FAB-ABFB-08828321DD90}" dt="2024-08-05T08:50:35.951" v="16970" actId="14100"/>
          <ac:cxnSpMkLst>
            <pc:docMk/>
            <pc:sldMk cId="1797728033" sldId="258"/>
            <ac:cxnSpMk id="41" creationId="{5477B904-408E-D0EF-A976-1C18DA21DE10}"/>
          </ac:cxnSpMkLst>
        </pc:cxnChg>
        <pc:cxnChg chg="mod">
          <ac:chgData name="Wai T" userId="803fb5f0506a6e42" providerId="LiveId" clId="{222894FC-9D97-4FAB-ABFB-08828321DD90}" dt="2024-08-05T08:50:50.028" v="16972" actId="1076"/>
          <ac:cxnSpMkLst>
            <pc:docMk/>
            <pc:sldMk cId="1797728033" sldId="258"/>
            <ac:cxnSpMk id="49" creationId="{33849356-0553-338B-0BB8-E034A47CFE2D}"/>
          </ac:cxnSpMkLst>
        </pc:cxnChg>
        <pc:cxnChg chg="add mod">
          <ac:chgData name="Wai T" userId="803fb5f0506a6e42" providerId="LiveId" clId="{222894FC-9D97-4FAB-ABFB-08828321DD90}" dt="2024-08-05T15:19:08.845" v="21965" actId="1076"/>
          <ac:cxnSpMkLst>
            <pc:docMk/>
            <pc:sldMk cId="1797728033" sldId="258"/>
            <ac:cxnSpMk id="52" creationId="{AFD07B5B-F276-47AC-DDC9-AE041B64B986}"/>
          </ac:cxnSpMkLst>
        </pc:cxnChg>
        <pc:cxnChg chg="mod">
          <ac:chgData name="Wai T" userId="803fb5f0506a6e42" providerId="LiveId" clId="{222894FC-9D97-4FAB-ABFB-08828321DD90}" dt="2024-08-05T08:52:06.741" v="16979" actId="14100"/>
          <ac:cxnSpMkLst>
            <pc:docMk/>
            <pc:sldMk cId="1797728033" sldId="258"/>
            <ac:cxnSpMk id="53" creationId="{49F70DF0-FA11-5E6D-74CC-AF2C99C30A3E}"/>
          </ac:cxnSpMkLst>
        </pc:cxnChg>
        <pc:cxnChg chg="del mod topLvl">
          <ac:chgData name="Wai T" userId="803fb5f0506a6e42" providerId="LiveId" clId="{222894FC-9D97-4FAB-ABFB-08828321DD90}" dt="2024-08-05T08:50:55.158" v="16973" actId="478"/>
          <ac:cxnSpMkLst>
            <pc:docMk/>
            <pc:sldMk cId="1797728033" sldId="258"/>
            <ac:cxnSpMk id="56" creationId="{24D2885F-F186-7CAD-D152-DBD2F1480884}"/>
          </ac:cxnSpMkLst>
        </pc:cxnChg>
        <pc:cxnChg chg="add mod">
          <ac:chgData name="Wai T" userId="803fb5f0506a6e42" providerId="LiveId" clId="{222894FC-9D97-4FAB-ABFB-08828321DD90}" dt="2024-08-05T15:19:37.406" v="21971" actId="164"/>
          <ac:cxnSpMkLst>
            <pc:docMk/>
            <pc:sldMk cId="1797728033" sldId="258"/>
            <ac:cxnSpMk id="60" creationId="{EFE843BA-33BE-0199-DF64-C91F9B988AEA}"/>
          </ac:cxnSpMkLst>
        </pc:cxnChg>
        <pc:cxnChg chg="add mod">
          <ac:chgData name="Wai T" userId="803fb5f0506a6e42" providerId="LiveId" clId="{222894FC-9D97-4FAB-ABFB-08828321DD90}" dt="2024-08-05T15:19:37.406" v="21971" actId="164"/>
          <ac:cxnSpMkLst>
            <pc:docMk/>
            <pc:sldMk cId="1797728033" sldId="258"/>
            <ac:cxnSpMk id="62" creationId="{37AB972C-DE96-28DF-33C4-9A7AAB620148}"/>
          </ac:cxnSpMkLst>
        </pc:cxnChg>
        <pc:cxnChg chg="del mod topLvl">
          <ac:chgData name="Wai T" userId="803fb5f0506a6e42" providerId="LiveId" clId="{222894FC-9D97-4FAB-ABFB-08828321DD90}" dt="2024-08-05T08:53:06.611" v="16984" actId="478"/>
          <ac:cxnSpMkLst>
            <pc:docMk/>
            <pc:sldMk cId="1797728033" sldId="258"/>
            <ac:cxnSpMk id="67" creationId="{25412B5B-BB01-5EEB-DADA-5ED8E79AA063}"/>
          </ac:cxnSpMkLst>
        </pc:cxnChg>
        <pc:cxnChg chg="del mod topLvl">
          <ac:chgData name="Wai T" userId="803fb5f0506a6e42" providerId="LiveId" clId="{222894FC-9D97-4FAB-ABFB-08828321DD90}" dt="2024-08-05T08:53:08.017" v="16985" actId="478"/>
          <ac:cxnSpMkLst>
            <pc:docMk/>
            <pc:sldMk cId="1797728033" sldId="258"/>
            <ac:cxnSpMk id="70" creationId="{FA3A3A6F-5046-E178-D0F6-EA96348CDC70}"/>
          </ac:cxnSpMkLst>
        </pc:cxnChg>
        <pc:cxnChg chg="add del mod">
          <ac:chgData name="Wai T" userId="803fb5f0506a6e42" providerId="LiveId" clId="{222894FC-9D97-4FAB-ABFB-08828321DD90}" dt="2024-08-05T08:53:05.174" v="16983" actId="478"/>
          <ac:cxnSpMkLst>
            <pc:docMk/>
            <pc:sldMk cId="1797728033" sldId="258"/>
            <ac:cxnSpMk id="73" creationId="{7C9586A5-E435-D252-6A74-8591B3A90D1B}"/>
          </ac:cxnSpMkLst>
        </pc:cxnChg>
        <pc:cxnChg chg="add del mod">
          <ac:chgData name="Wai T" userId="803fb5f0506a6e42" providerId="LiveId" clId="{222894FC-9D97-4FAB-ABFB-08828321DD90}" dt="2024-08-05T08:53:09.580" v="16986" actId="478"/>
          <ac:cxnSpMkLst>
            <pc:docMk/>
            <pc:sldMk cId="1797728033" sldId="258"/>
            <ac:cxnSpMk id="74" creationId="{31ECCC23-EECC-C44B-D0C0-3FB9341F4043}"/>
          </ac:cxnSpMkLst>
        </pc:cxnChg>
        <pc:cxnChg chg="add mod">
          <ac:chgData name="Wai T" userId="803fb5f0506a6e42" providerId="LiveId" clId="{222894FC-9D97-4FAB-ABFB-08828321DD90}" dt="2024-08-05T15:19:19.655" v="21967" actId="164"/>
          <ac:cxnSpMkLst>
            <pc:docMk/>
            <pc:sldMk cId="1797728033" sldId="258"/>
            <ac:cxnSpMk id="78" creationId="{7AED2B8A-6FD1-FDE8-4CFF-0E20DE46D484}"/>
          </ac:cxnSpMkLst>
        </pc:cxnChg>
        <pc:cxnChg chg="add mod">
          <ac:chgData name="Wai T" userId="803fb5f0506a6e42" providerId="LiveId" clId="{222894FC-9D97-4FAB-ABFB-08828321DD90}" dt="2024-08-05T15:19:19.655" v="21967" actId="164"/>
          <ac:cxnSpMkLst>
            <pc:docMk/>
            <pc:sldMk cId="1797728033" sldId="258"/>
            <ac:cxnSpMk id="80" creationId="{6035CB1C-0676-26A3-C86F-569587D0C8ED}"/>
          </ac:cxnSpMkLst>
        </pc:cxnChg>
        <pc:cxnChg chg="add mod">
          <ac:chgData name="Wai T" userId="803fb5f0506a6e42" providerId="LiveId" clId="{222894FC-9D97-4FAB-ABFB-08828321DD90}" dt="2024-08-05T15:19:19.655" v="21967" actId="164"/>
          <ac:cxnSpMkLst>
            <pc:docMk/>
            <pc:sldMk cId="1797728033" sldId="258"/>
            <ac:cxnSpMk id="82" creationId="{545C13CB-FD59-5A12-26C6-35709C7606B4}"/>
          </ac:cxnSpMkLst>
        </pc:cxnChg>
        <pc:cxnChg chg="add mod">
          <ac:chgData name="Wai T" userId="803fb5f0506a6e42" providerId="LiveId" clId="{222894FC-9D97-4FAB-ABFB-08828321DD90}" dt="2024-08-05T15:19:19.655" v="21967" actId="164"/>
          <ac:cxnSpMkLst>
            <pc:docMk/>
            <pc:sldMk cId="1797728033" sldId="258"/>
            <ac:cxnSpMk id="84" creationId="{FBF99E68-58CA-28A8-9FBF-9F61112E26EE}"/>
          </ac:cxnSpMkLst>
        </pc:cxnChg>
        <pc:cxnChg chg="add mod">
          <ac:chgData name="Wai T" userId="803fb5f0506a6e42" providerId="LiveId" clId="{222894FC-9D97-4FAB-ABFB-08828321DD90}" dt="2024-08-05T15:19:19.655" v="21967" actId="164"/>
          <ac:cxnSpMkLst>
            <pc:docMk/>
            <pc:sldMk cId="1797728033" sldId="258"/>
            <ac:cxnSpMk id="89" creationId="{D272A833-1B37-C682-6F6B-E27D916E2506}"/>
          </ac:cxnSpMkLst>
        </pc:cxnChg>
        <pc:cxnChg chg="add del mod">
          <ac:chgData name="Wai T" userId="803fb5f0506a6e42" providerId="LiveId" clId="{222894FC-9D97-4FAB-ABFB-08828321DD90}" dt="2024-08-05T08:33:24.771" v="16063" actId="478"/>
          <ac:cxnSpMkLst>
            <pc:docMk/>
            <pc:sldMk cId="1797728033" sldId="258"/>
            <ac:cxnSpMk id="93" creationId="{376A645C-B0B6-3114-BDF4-24771283AB9F}"/>
          </ac:cxnSpMkLst>
        </pc:cxnChg>
        <pc:cxnChg chg="add del mod">
          <ac:chgData name="Wai T" userId="803fb5f0506a6e42" providerId="LiveId" clId="{222894FC-9D97-4FAB-ABFB-08828321DD90}" dt="2024-08-05T08:56:20.981" v="17004" actId="478"/>
          <ac:cxnSpMkLst>
            <pc:docMk/>
            <pc:sldMk cId="1797728033" sldId="258"/>
            <ac:cxnSpMk id="98" creationId="{9DAB42EB-665F-F4B1-03D6-50891DE5E517}"/>
          </ac:cxnSpMkLst>
        </pc:cxnChg>
        <pc:cxnChg chg="add del mod">
          <ac:chgData name="Wai T" userId="803fb5f0506a6e42" providerId="LiveId" clId="{222894FC-9D97-4FAB-ABFB-08828321DD90}" dt="2024-08-05T08:56:25.237" v="17007" actId="478"/>
          <ac:cxnSpMkLst>
            <pc:docMk/>
            <pc:sldMk cId="1797728033" sldId="258"/>
            <ac:cxnSpMk id="99" creationId="{6C022B35-119C-89EA-52B0-9599A9BCBB0A}"/>
          </ac:cxnSpMkLst>
        </pc:cxnChg>
        <pc:cxnChg chg="add del mod">
          <ac:chgData name="Wai T" userId="803fb5f0506a6e42" providerId="LiveId" clId="{222894FC-9D97-4FAB-ABFB-08828321DD90}" dt="2024-08-05T08:56:23.847" v="17006" actId="478"/>
          <ac:cxnSpMkLst>
            <pc:docMk/>
            <pc:sldMk cId="1797728033" sldId="258"/>
            <ac:cxnSpMk id="100" creationId="{9770ED59-71CB-52EF-E39D-CA82B82A01A8}"/>
          </ac:cxnSpMkLst>
        </pc:cxnChg>
        <pc:cxnChg chg="add mod">
          <ac:chgData name="Wai T" userId="803fb5f0506a6e42" providerId="LiveId" clId="{222894FC-9D97-4FAB-ABFB-08828321DD90}" dt="2024-08-02T07:58:02.335" v="1681" actId="1076"/>
          <ac:cxnSpMkLst>
            <pc:docMk/>
            <pc:sldMk cId="1797728033" sldId="258"/>
            <ac:cxnSpMk id="101" creationId="{15229B5F-FEC5-40B3-30B9-F744DE60064F}"/>
          </ac:cxnSpMkLst>
        </pc:cxnChg>
        <pc:cxnChg chg="add del mod">
          <ac:chgData name="Wai T" userId="803fb5f0506a6e42" providerId="LiveId" clId="{222894FC-9D97-4FAB-ABFB-08828321DD90}" dt="2024-08-05T08:56:28.100" v="17008" actId="478"/>
          <ac:cxnSpMkLst>
            <pc:docMk/>
            <pc:sldMk cId="1797728033" sldId="258"/>
            <ac:cxnSpMk id="101" creationId="{B46165FB-FACA-4F0D-9267-23D2616C7D2C}"/>
          </ac:cxnSpMkLst>
        </pc:cxnChg>
        <pc:cxnChg chg="add mod">
          <ac:chgData name="Wai T" userId="803fb5f0506a6e42" providerId="LiveId" clId="{222894FC-9D97-4FAB-ABFB-08828321DD90}" dt="2024-08-02T07:58:10.580" v="1682" actId="1076"/>
          <ac:cxnSpMkLst>
            <pc:docMk/>
            <pc:sldMk cId="1797728033" sldId="258"/>
            <ac:cxnSpMk id="103" creationId="{8EBF44E0-04D5-CFF8-E822-51C4B60AB46D}"/>
          </ac:cxnSpMkLst>
        </pc:cxnChg>
        <pc:cxnChg chg="add del mod">
          <ac:chgData name="Wai T" userId="803fb5f0506a6e42" providerId="LiveId" clId="{222894FC-9D97-4FAB-ABFB-08828321DD90}" dt="2024-08-05T08:56:22.277" v="17005" actId="478"/>
          <ac:cxnSpMkLst>
            <pc:docMk/>
            <pc:sldMk cId="1797728033" sldId="258"/>
            <ac:cxnSpMk id="103" creationId="{B23CD055-0138-5DBA-BB2C-F747A66C19CE}"/>
          </ac:cxnSpMkLst>
        </pc:cxnChg>
      </pc:sldChg>
      <pc:sldChg chg="addSp modSp new mod">
        <pc:chgData name="Wai T" userId="803fb5f0506a6e42" providerId="LiveId" clId="{222894FC-9D97-4FAB-ABFB-08828321DD90}" dt="2024-08-05T13:29:13.507" v="19121" actId="1076"/>
        <pc:sldMkLst>
          <pc:docMk/>
          <pc:sldMk cId="683679316" sldId="259"/>
        </pc:sldMkLst>
        <pc:spChg chg="mod">
          <ac:chgData name="Wai T" userId="803fb5f0506a6e42" providerId="LiveId" clId="{222894FC-9D97-4FAB-ABFB-08828321DD90}" dt="2024-08-05T10:45:07.917" v="18953" actId="20577"/>
          <ac:spMkLst>
            <pc:docMk/>
            <pc:sldMk cId="683679316" sldId="259"/>
            <ac:spMk id="2" creationId="{8C625EB2-2520-AD47-5508-E2C7BFB41D5D}"/>
          </ac:spMkLst>
        </pc:spChg>
        <pc:graphicFrameChg chg="add mod ord modGraphic">
          <ac:chgData name="Wai T" userId="803fb5f0506a6e42" providerId="LiveId" clId="{222894FC-9D97-4FAB-ABFB-08828321DD90}" dt="2024-08-05T13:28:35.718" v="19115" actId="14734"/>
          <ac:graphicFrameMkLst>
            <pc:docMk/>
            <pc:sldMk cId="683679316" sldId="259"/>
            <ac:graphicFrameMk id="3" creationId="{B070957D-5B72-E7CE-54B5-91EBB71E8A9D}"/>
          </ac:graphicFrameMkLst>
        </pc:graphicFrameChg>
        <pc:picChg chg="add mod">
          <ac:chgData name="Wai T" userId="803fb5f0506a6e42" providerId="LiveId" clId="{222894FC-9D97-4FAB-ABFB-08828321DD90}" dt="2024-08-05T13:24:03.082" v="19083" actId="1076"/>
          <ac:picMkLst>
            <pc:docMk/>
            <pc:sldMk cId="683679316" sldId="259"/>
            <ac:picMk id="5" creationId="{5CDF7518-A40E-23E0-CFCD-F34FD1D7B8F3}"/>
          </ac:picMkLst>
        </pc:picChg>
        <pc:picChg chg="add mod">
          <ac:chgData name="Wai T" userId="803fb5f0506a6e42" providerId="LiveId" clId="{222894FC-9D97-4FAB-ABFB-08828321DD90}" dt="2024-08-05T13:28:30.145" v="19114" actId="1076"/>
          <ac:picMkLst>
            <pc:docMk/>
            <pc:sldMk cId="683679316" sldId="259"/>
            <ac:picMk id="7" creationId="{047C7754-CA8F-AB56-2204-B20E516D14FF}"/>
          </ac:picMkLst>
        </pc:picChg>
        <pc:picChg chg="add mod">
          <ac:chgData name="Wai T" userId="803fb5f0506a6e42" providerId="LiveId" clId="{222894FC-9D97-4FAB-ABFB-08828321DD90}" dt="2024-08-05T13:29:13.507" v="19121" actId="1076"/>
          <ac:picMkLst>
            <pc:docMk/>
            <pc:sldMk cId="683679316" sldId="259"/>
            <ac:picMk id="9" creationId="{F87AC7A0-9D83-462C-6F29-926C792452DC}"/>
          </ac:picMkLst>
        </pc:picChg>
        <pc:picChg chg="add mod">
          <ac:chgData name="Wai T" userId="803fb5f0506a6e42" providerId="LiveId" clId="{222894FC-9D97-4FAB-ABFB-08828321DD90}" dt="2024-08-05T13:28:41.359" v="19116" actId="1076"/>
          <ac:picMkLst>
            <pc:docMk/>
            <pc:sldMk cId="683679316" sldId="259"/>
            <ac:picMk id="10" creationId="{4CBE2AF9-525D-DC52-9A59-6F593C67EFAB}"/>
          </ac:picMkLst>
        </pc:picChg>
        <pc:picChg chg="add mod">
          <ac:chgData name="Wai T" userId="803fb5f0506a6e42" providerId="LiveId" clId="{222894FC-9D97-4FAB-ABFB-08828321DD90}" dt="2024-08-05T13:29:08.058" v="19120" actId="1076"/>
          <ac:picMkLst>
            <pc:docMk/>
            <pc:sldMk cId="683679316" sldId="259"/>
            <ac:picMk id="11" creationId="{405B342F-0B9D-BD26-542C-B54CBB1181A8}"/>
          </ac:picMkLst>
        </pc:picChg>
        <pc:picChg chg="add mod">
          <ac:chgData name="Wai T" userId="803fb5f0506a6e42" providerId="LiveId" clId="{222894FC-9D97-4FAB-ABFB-08828321DD90}" dt="2024-08-05T13:28:55.640" v="19118" actId="1076"/>
          <ac:picMkLst>
            <pc:docMk/>
            <pc:sldMk cId="683679316" sldId="259"/>
            <ac:picMk id="12" creationId="{F7635016-3AF9-8BF8-1A36-21377AD15228}"/>
          </ac:picMkLst>
        </pc:picChg>
        <pc:picChg chg="add mod">
          <ac:chgData name="Wai T" userId="803fb5f0506a6e42" providerId="LiveId" clId="{222894FC-9D97-4FAB-ABFB-08828321DD90}" dt="2024-08-05T13:28:52.113" v="19117" actId="1076"/>
          <ac:picMkLst>
            <pc:docMk/>
            <pc:sldMk cId="683679316" sldId="259"/>
            <ac:picMk id="13" creationId="{6BE10483-9B89-2BFF-5B56-4D443B4DE9BC}"/>
          </ac:picMkLst>
        </pc:picChg>
        <pc:picChg chg="add mod">
          <ac:chgData name="Wai T" userId="803fb5f0506a6e42" providerId="LiveId" clId="{222894FC-9D97-4FAB-ABFB-08828321DD90}" dt="2024-08-05T13:29:00.874" v="19119" actId="1076"/>
          <ac:picMkLst>
            <pc:docMk/>
            <pc:sldMk cId="683679316" sldId="259"/>
            <ac:picMk id="14" creationId="{0DCB23EA-52E6-5F03-16FE-0B147322A848}"/>
          </ac:picMkLst>
        </pc:picChg>
      </pc:sldChg>
      <pc:sldChg chg="modSp new mod ord modAnim">
        <pc:chgData name="Wai T" userId="803fb5f0506a6e42" providerId="LiveId" clId="{222894FC-9D97-4FAB-ABFB-08828321DD90}" dt="2024-08-05T16:08:32.009" v="22217" actId="20577"/>
        <pc:sldMkLst>
          <pc:docMk/>
          <pc:sldMk cId="2918208651" sldId="260"/>
        </pc:sldMkLst>
        <pc:spChg chg="mod">
          <ac:chgData name="Wai T" userId="803fb5f0506a6e42" providerId="LiveId" clId="{222894FC-9D97-4FAB-ABFB-08828321DD90}" dt="2024-08-05T16:08:16.142" v="22210" actId="404"/>
          <ac:spMkLst>
            <pc:docMk/>
            <pc:sldMk cId="2918208651" sldId="260"/>
            <ac:spMk id="2" creationId="{744AC71E-1121-2CE6-BDE7-7810556F8273}"/>
          </ac:spMkLst>
        </pc:spChg>
        <pc:spChg chg="mod">
          <ac:chgData name="Wai T" userId="803fb5f0506a6e42" providerId="LiveId" clId="{222894FC-9D97-4FAB-ABFB-08828321DD90}" dt="2024-08-05T16:08:32.009" v="22217" actId="20577"/>
          <ac:spMkLst>
            <pc:docMk/>
            <pc:sldMk cId="2918208651" sldId="260"/>
            <ac:spMk id="3" creationId="{D4B21FBF-0C4A-4595-88A3-F7C264ECC76F}"/>
          </ac:spMkLst>
        </pc:spChg>
      </pc:sldChg>
      <pc:sldChg chg="addSp modSp new mod">
        <pc:chgData name="Wai T" userId="803fb5f0506a6e42" providerId="LiveId" clId="{222894FC-9D97-4FAB-ABFB-08828321DD90}" dt="2024-08-05T09:47:07.934" v="17795" actId="1076"/>
        <pc:sldMkLst>
          <pc:docMk/>
          <pc:sldMk cId="2398715366" sldId="261"/>
        </pc:sldMkLst>
        <pc:spChg chg="mod">
          <ac:chgData name="Wai T" userId="803fb5f0506a6e42" providerId="LiveId" clId="{222894FC-9D97-4FAB-ABFB-08828321DD90}" dt="2024-08-05T09:07:20.785" v="17337" actId="20577"/>
          <ac:spMkLst>
            <pc:docMk/>
            <pc:sldMk cId="2398715366" sldId="261"/>
            <ac:spMk id="2" creationId="{397A5B9B-2739-FCBE-1310-7187B1804113}"/>
          </ac:spMkLst>
        </pc:spChg>
        <pc:spChg chg="mod">
          <ac:chgData name="Wai T" userId="803fb5f0506a6e42" providerId="LiveId" clId="{222894FC-9D97-4FAB-ABFB-08828321DD90}" dt="2024-08-05T09:47:04.805" v="17794"/>
          <ac:spMkLst>
            <pc:docMk/>
            <pc:sldMk cId="2398715366" sldId="261"/>
            <ac:spMk id="5" creationId="{AA588DBF-FA5C-4EBE-B481-D46AB4DF5E8F}"/>
          </ac:spMkLst>
        </pc:spChg>
        <pc:spChg chg="mod">
          <ac:chgData name="Wai T" userId="803fb5f0506a6e42" providerId="LiveId" clId="{222894FC-9D97-4FAB-ABFB-08828321DD90}" dt="2024-08-05T09:47:04.805" v="17794"/>
          <ac:spMkLst>
            <pc:docMk/>
            <pc:sldMk cId="2398715366" sldId="261"/>
            <ac:spMk id="9" creationId="{D8A67CED-649A-779A-AE61-9BD6B79C21A0}"/>
          </ac:spMkLst>
        </pc:spChg>
        <pc:spChg chg="mod">
          <ac:chgData name="Wai T" userId="803fb5f0506a6e42" providerId="LiveId" clId="{222894FC-9D97-4FAB-ABFB-08828321DD90}" dt="2024-08-05T09:47:04.805" v="17794"/>
          <ac:spMkLst>
            <pc:docMk/>
            <pc:sldMk cId="2398715366" sldId="261"/>
            <ac:spMk id="11" creationId="{4E7B2046-9067-BDAB-BE8D-F79929E5679E}"/>
          </ac:spMkLst>
        </pc:spChg>
        <pc:spChg chg="mod">
          <ac:chgData name="Wai T" userId="803fb5f0506a6e42" providerId="LiveId" clId="{222894FC-9D97-4FAB-ABFB-08828321DD90}" dt="2024-08-05T09:47:04.805" v="17794"/>
          <ac:spMkLst>
            <pc:docMk/>
            <pc:sldMk cId="2398715366" sldId="261"/>
            <ac:spMk id="13" creationId="{4F13E8AB-979C-B679-8C17-B19008B41AED}"/>
          </ac:spMkLst>
        </pc:spChg>
        <pc:grpChg chg="add mod">
          <ac:chgData name="Wai T" userId="803fb5f0506a6e42" providerId="LiveId" clId="{222894FC-9D97-4FAB-ABFB-08828321DD90}" dt="2024-08-05T09:47:07.934" v="17795" actId="1076"/>
          <ac:grpSpMkLst>
            <pc:docMk/>
            <pc:sldMk cId="2398715366" sldId="261"/>
            <ac:grpSpMk id="4" creationId="{27F528CF-E884-DE87-88EA-4D830D4F3B93}"/>
          </ac:grpSpMkLst>
        </pc:grpChg>
        <pc:grpChg chg="mod">
          <ac:chgData name="Wai T" userId="803fb5f0506a6e42" providerId="LiveId" clId="{222894FC-9D97-4FAB-ABFB-08828321DD90}" dt="2024-08-05T09:47:04.805" v="17794"/>
          <ac:grpSpMkLst>
            <pc:docMk/>
            <pc:sldMk cId="2398715366" sldId="261"/>
            <ac:grpSpMk id="6" creationId="{2F2285FB-F517-2E53-249D-8F1239C60B57}"/>
          </ac:grpSpMkLst>
        </pc:grpChg>
        <pc:grpChg chg="mod">
          <ac:chgData name="Wai T" userId="803fb5f0506a6e42" providerId="LiveId" clId="{222894FC-9D97-4FAB-ABFB-08828321DD90}" dt="2024-08-05T09:47:04.805" v="17794"/>
          <ac:grpSpMkLst>
            <pc:docMk/>
            <pc:sldMk cId="2398715366" sldId="261"/>
            <ac:grpSpMk id="7" creationId="{326CD197-FA79-DA94-6BC5-13363045A8F0}"/>
          </ac:grpSpMkLst>
        </pc:grpChg>
        <pc:grpChg chg="mod">
          <ac:chgData name="Wai T" userId="803fb5f0506a6e42" providerId="LiveId" clId="{222894FC-9D97-4FAB-ABFB-08828321DD90}" dt="2024-08-05T09:47:04.805" v="17794"/>
          <ac:grpSpMkLst>
            <pc:docMk/>
            <pc:sldMk cId="2398715366" sldId="261"/>
            <ac:grpSpMk id="8" creationId="{8E564CE8-9361-82F4-F017-4EB765173D60}"/>
          </ac:grpSpMkLst>
        </pc:grpChg>
        <pc:cxnChg chg="mod">
          <ac:chgData name="Wai T" userId="803fb5f0506a6e42" providerId="LiveId" clId="{222894FC-9D97-4FAB-ABFB-08828321DD90}" dt="2024-08-05T09:47:04.805" v="17794"/>
          <ac:cxnSpMkLst>
            <pc:docMk/>
            <pc:sldMk cId="2398715366" sldId="261"/>
            <ac:cxnSpMk id="10" creationId="{A4134593-F0F6-F4C1-C048-AD0390497B62}"/>
          </ac:cxnSpMkLst>
        </pc:cxnChg>
        <pc:cxnChg chg="mod">
          <ac:chgData name="Wai T" userId="803fb5f0506a6e42" providerId="LiveId" clId="{222894FC-9D97-4FAB-ABFB-08828321DD90}" dt="2024-08-05T09:47:04.805" v="17794"/>
          <ac:cxnSpMkLst>
            <pc:docMk/>
            <pc:sldMk cId="2398715366" sldId="261"/>
            <ac:cxnSpMk id="12" creationId="{518DEDAA-792D-1299-8DE3-3C1A01A1532C}"/>
          </ac:cxnSpMkLst>
        </pc:cxnChg>
        <pc:cxnChg chg="mod">
          <ac:chgData name="Wai T" userId="803fb5f0506a6e42" providerId="LiveId" clId="{222894FC-9D97-4FAB-ABFB-08828321DD90}" dt="2024-08-05T09:47:04.805" v="17794"/>
          <ac:cxnSpMkLst>
            <pc:docMk/>
            <pc:sldMk cId="2398715366" sldId="261"/>
            <ac:cxnSpMk id="14" creationId="{DB288BFC-0259-A255-5944-D14D874DEC4A}"/>
          </ac:cxnSpMkLst>
        </pc:cxnChg>
      </pc:sldChg>
      <pc:sldChg chg="addSp delSp modSp new mod modAnim">
        <pc:chgData name="Wai T" userId="803fb5f0506a6e42" providerId="LiveId" clId="{222894FC-9D97-4FAB-ABFB-08828321DD90}" dt="2024-08-05T13:39:15.890" v="19249"/>
        <pc:sldMkLst>
          <pc:docMk/>
          <pc:sldMk cId="3665367174" sldId="262"/>
        </pc:sldMkLst>
        <pc:spChg chg="mod">
          <ac:chgData name="Wai T" userId="803fb5f0506a6e42" providerId="LiveId" clId="{222894FC-9D97-4FAB-ABFB-08828321DD90}" dt="2024-08-02T09:16:39.703" v="4209" actId="20577"/>
          <ac:spMkLst>
            <pc:docMk/>
            <pc:sldMk cId="3665367174" sldId="262"/>
            <ac:spMk id="2" creationId="{B6F7CE55-4356-D4F8-63BD-17F154054573}"/>
          </ac:spMkLst>
        </pc:spChg>
        <pc:spChg chg="add mod">
          <ac:chgData name="Wai T" userId="803fb5f0506a6e42" providerId="LiveId" clId="{222894FC-9D97-4FAB-ABFB-08828321DD90}" dt="2024-08-05T09:13:09.454" v="17401" actId="1076"/>
          <ac:spMkLst>
            <pc:docMk/>
            <pc:sldMk cId="3665367174" sldId="262"/>
            <ac:spMk id="3" creationId="{3BD7BF25-F764-912C-FD90-0FB129921EFE}"/>
          </ac:spMkLst>
        </pc:spChg>
        <pc:spChg chg="del mod">
          <ac:chgData name="Wai T" userId="803fb5f0506a6e42" providerId="LiveId" clId="{222894FC-9D97-4FAB-ABFB-08828321DD90}" dt="2024-08-02T08:36:34.482" v="3573" actId="478"/>
          <ac:spMkLst>
            <pc:docMk/>
            <pc:sldMk cId="3665367174" sldId="262"/>
            <ac:spMk id="3" creationId="{D26EB7BB-AE97-2082-A0EA-B6C6BCA2DC91}"/>
          </ac:spMkLst>
        </pc:spChg>
        <pc:spChg chg="add mod">
          <ac:chgData name="Wai T" userId="803fb5f0506a6e42" providerId="LiveId" clId="{222894FC-9D97-4FAB-ABFB-08828321DD90}" dt="2024-08-05T13:35:10.174" v="19227" actId="1076"/>
          <ac:spMkLst>
            <pc:docMk/>
            <pc:sldMk cId="3665367174" sldId="262"/>
            <ac:spMk id="4" creationId="{3F8A44E0-F0B7-E1D8-BF53-FA1B1CC3AB6F}"/>
          </ac:spMkLst>
        </pc:spChg>
        <pc:spChg chg="add mod">
          <ac:chgData name="Wai T" userId="803fb5f0506a6e42" providerId="LiveId" clId="{222894FC-9D97-4FAB-ABFB-08828321DD90}" dt="2024-08-05T13:35:43.229" v="19231" actId="164"/>
          <ac:spMkLst>
            <pc:docMk/>
            <pc:sldMk cId="3665367174" sldId="262"/>
            <ac:spMk id="5" creationId="{293CE2F2-998F-50BA-FB09-9B86278DDDF1}"/>
          </ac:spMkLst>
        </pc:spChg>
        <pc:spChg chg="add mod">
          <ac:chgData name="Wai T" userId="803fb5f0506a6e42" providerId="LiveId" clId="{222894FC-9D97-4FAB-ABFB-08828321DD90}" dt="2024-08-05T13:35:43.229" v="19231" actId="164"/>
          <ac:spMkLst>
            <pc:docMk/>
            <pc:sldMk cId="3665367174" sldId="262"/>
            <ac:spMk id="6" creationId="{431E72F2-73EE-A223-888E-6E376C71A887}"/>
          </ac:spMkLst>
        </pc:spChg>
        <pc:spChg chg="add mod">
          <ac:chgData name="Wai T" userId="803fb5f0506a6e42" providerId="LiveId" clId="{222894FC-9D97-4FAB-ABFB-08828321DD90}" dt="2024-08-05T13:38:00.922" v="19241" actId="164"/>
          <ac:spMkLst>
            <pc:docMk/>
            <pc:sldMk cId="3665367174" sldId="262"/>
            <ac:spMk id="7" creationId="{0F25FC0B-65A3-CD63-3B0E-372228CB86E1}"/>
          </ac:spMkLst>
        </pc:spChg>
        <pc:spChg chg="add del mod">
          <ac:chgData name="Wai T" userId="803fb5f0506a6e42" providerId="LiveId" clId="{222894FC-9D97-4FAB-ABFB-08828321DD90}" dt="2024-08-02T08:45:11.311" v="3632" actId="478"/>
          <ac:spMkLst>
            <pc:docMk/>
            <pc:sldMk cId="3665367174" sldId="262"/>
            <ac:spMk id="7" creationId="{ECEA263A-CF41-0A56-3816-B58F041F1057}"/>
          </ac:spMkLst>
        </pc:spChg>
        <pc:spChg chg="add del mod">
          <ac:chgData name="Wai T" userId="803fb5f0506a6e42" providerId="LiveId" clId="{222894FC-9D97-4FAB-ABFB-08828321DD90}" dt="2024-08-02T08:45:14.467" v="3633" actId="478"/>
          <ac:spMkLst>
            <pc:docMk/>
            <pc:sldMk cId="3665367174" sldId="262"/>
            <ac:spMk id="8" creationId="{48A7181D-D898-594D-5C2B-7464980BB5B0}"/>
          </ac:spMkLst>
        </pc:spChg>
        <pc:spChg chg="add mod">
          <ac:chgData name="Wai T" userId="803fb5f0506a6e42" providerId="LiveId" clId="{222894FC-9D97-4FAB-ABFB-08828321DD90}" dt="2024-08-05T13:37:53.875" v="19240" actId="164"/>
          <ac:spMkLst>
            <pc:docMk/>
            <pc:sldMk cId="3665367174" sldId="262"/>
            <ac:spMk id="8" creationId="{AAFA7927-0C36-992F-F907-6BCA4AD194E8}"/>
          </ac:spMkLst>
        </pc:spChg>
        <pc:spChg chg="mod">
          <ac:chgData name="Wai T" userId="803fb5f0506a6e42" providerId="LiveId" clId="{222894FC-9D97-4FAB-ABFB-08828321DD90}" dt="2024-08-05T13:35:43.229" v="19231" actId="164"/>
          <ac:spMkLst>
            <pc:docMk/>
            <pc:sldMk cId="3665367174" sldId="262"/>
            <ac:spMk id="11" creationId="{22E914E5-21EA-2B22-6879-9B33C971C3E8}"/>
          </ac:spMkLst>
        </pc:spChg>
        <pc:spChg chg="mod">
          <ac:chgData name="Wai T" userId="803fb5f0506a6e42" providerId="LiveId" clId="{222894FC-9D97-4FAB-ABFB-08828321DD90}" dt="2024-08-05T13:35:43.229" v="19231" actId="164"/>
          <ac:spMkLst>
            <pc:docMk/>
            <pc:sldMk cId="3665367174" sldId="262"/>
            <ac:spMk id="12" creationId="{575C38A6-F3B1-23BE-CB90-9BC23DC96AF8}"/>
          </ac:spMkLst>
        </pc:spChg>
        <pc:spChg chg="mod">
          <ac:chgData name="Wai T" userId="803fb5f0506a6e42" providerId="LiveId" clId="{222894FC-9D97-4FAB-ABFB-08828321DD90}" dt="2024-08-05T13:35:43.229" v="19231" actId="164"/>
          <ac:spMkLst>
            <pc:docMk/>
            <pc:sldMk cId="3665367174" sldId="262"/>
            <ac:spMk id="14" creationId="{03F176AD-17C4-1020-43E9-8C7F45A04E25}"/>
          </ac:spMkLst>
        </pc:spChg>
        <pc:spChg chg="mod">
          <ac:chgData name="Wai T" userId="803fb5f0506a6e42" providerId="LiveId" clId="{222894FC-9D97-4FAB-ABFB-08828321DD90}" dt="2024-08-05T13:35:43.229" v="19231" actId="164"/>
          <ac:spMkLst>
            <pc:docMk/>
            <pc:sldMk cId="3665367174" sldId="262"/>
            <ac:spMk id="15" creationId="{7241E08E-5DDF-C2C0-1660-D4A182A3FD67}"/>
          </ac:spMkLst>
        </pc:spChg>
        <pc:spChg chg="mod">
          <ac:chgData name="Wai T" userId="803fb5f0506a6e42" providerId="LiveId" clId="{222894FC-9D97-4FAB-ABFB-08828321DD90}" dt="2024-08-05T13:35:43.229" v="19231" actId="164"/>
          <ac:spMkLst>
            <pc:docMk/>
            <pc:sldMk cId="3665367174" sldId="262"/>
            <ac:spMk id="17" creationId="{58F5F45D-05C9-F238-E6CA-DC39F6A3DE16}"/>
          </ac:spMkLst>
        </pc:spChg>
        <pc:spChg chg="mod">
          <ac:chgData name="Wai T" userId="803fb5f0506a6e42" providerId="LiveId" clId="{222894FC-9D97-4FAB-ABFB-08828321DD90}" dt="2024-08-05T13:35:43.229" v="19231" actId="164"/>
          <ac:spMkLst>
            <pc:docMk/>
            <pc:sldMk cId="3665367174" sldId="262"/>
            <ac:spMk id="18" creationId="{7B5C6D75-03AD-9FE2-018C-BF0000E16F70}"/>
          </ac:spMkLst>
        </pc:spChg>
        <pc:spChg chg="mod">
          <ac:chgData name="Wai T" userId="803fb5f0506a6e42" providerId="LiveId" clId="{222894FC-9D97-4FAB-ABFB-08828321DD90}" dt="2024-08-05T13:35:43.229" v="19231" actId="164"/>
          <ac:spMkLst>
            <pc:docMk/>
            <pc:sldMk cId="3665367174" sldId="262"/>
            <ac:spMk id="20" creationId="{12C2656F-32E6-B44C-1DA1-5CB914F259FB}"/>
          </ac:spMkLst>
        </pc:spChg>
        <pc:spChg chg="mod">
          <ac:chgData name="Wai T" userId="803fb5f0506a6e42" providerId="LiveId" clId="{222894FC-9D97-4FAB-ABFB-08828321DD90}" dt="2024-08-05T13:35:43.229" v="19231" actId="164"/>
          <ac:spMkLst>
            <pc:docMk/>
            <pc:sldMk cId="3665367174" sldId="262"/>
            <ac:spMk id="21" creationId="{66BDC85D-7325-2A2E-F1D3-F1D1BE6A9A94}"/>
          </ac:spMkLst>
        </pc:spChg>
        <pc:spChg chg="add del mod">
          <ac:chgData name="Wai T" userId="803fb5f0506a6e42" providerId="LiveId" clId="{222894FC-9D97-4FAB-ABFB-08828321DD90}" dt="2024-08-02T08:48:02.336" v="3664" actId="478"/>
          <ac:spMkLst>
            <pc:docMk/>
            <pc:sldMk cId="3665367174" sldId="262"/>
            <ac:spMk id="22" creationId="{7ECE5C84-6E58-90CF-496F-AD22A66A7843}"/>
          </ac:spMkLst>
        </pc:spChg>
        <pc:spChg chg="add del mod">
          <ac:chgData name="Wai T" userId="803fb5f0506a6e42" providerId="LiveId" clId="{222894FC-9D97-4FAB-ABFB-08828321DD90}" dt="2024-08-02T08:48:03.580" v="3665" actId="478"/>
          <ac:spMkLst>
            <pc:docMk/>
            <pc:sldMk cId="3665367174" sldId="262"/>
            <ac:spMk id="23" creationId="{407C4906-489C-0C80-F50E-3AFC62D4C74E}"/>
          </ac:spMkLst>
        </pc:spChg>
        <pc:spChg chg="add mod">
          <ac:chgData name="Wai T" userId="803fb5f0506a6e42" providerId="LiveId" clId="{222894FC-9D97-4FAB-ABFB-08828321DD90}" dt="2024-08-02T08:48:24.448" v="3668"/>
          <ac:spMkLst>
            <pc:docMk/>
            <pc:sldMk cId="3665367174" sldId="262"/>
            <ac:spMk id="26" creationId="{FBA882E2-C082-DA66-D696-5BA04CA3253E}"/>
          </ac:spMkLst>
        </pc:spChg>
        <pc:spChg chg="mod">
          <ac:chgData name="Wai T" userId="803fb5f0506a6e42" providerId="LiveId" clId="{222894FC-9D97-4FAB-ABFB-08828321DD90}" dt="2024-08-05T13:35:43.229" v="19231" actId="164"/>
          <ac:spMkLst>
            <pc:docMk/>
            <pc:sldMk cId="3665367174" sldId="262"/>
            <ac:spMk id="29" creationId="{184DA0BC-B569-9F82-9266-16A7EC3CB1BC}"/>
          </ac:spMkLst>
        </pc:spChg>
        <pc:spChg chg="mod">
          <ac:chgData name="Wai T" userId="803fb5f0506a6e42" providerId="LiveId" clId="{222894FC-9D97-4FAB-ABFB-08828321DD90}" dt="2024-08-05T13:35:43.229" v="19231" actId="164"/>
          <ac:spMkLst>
            <pc:docMk/>
            <pc:sldMk cId="3665367174" sldId="262"/>
            <ac:spMk id="30" creationId="{E7875519-6F20-DB9B-9538-F11DCC70CB58}"/>
          </ac:spMkLst>
        </pc:spChg>
        <pc:spChg chg="add mod">
          <ac:chgData name="Wai T" userId="803fb5f0506a6e42" providerId="LiveId" clId="{222894FC-9D97-4FAB-ABFB-08828321DD90}" dt="2024-08-05T13:37:44.442" v="19239" actId="164"/>
          <ac:spMkLst>
            <pc:docMk/>
            <pc:sldMk cId="3665367174" sldId="262"/>
            <ac:spMk id="31" creationId="{D982272F-67A3-538D-FA1F-B901F98B163A}"/>
          </ac:spMkLst>
        </pc:spChg>
        <pc:spChg chg="add mod">
          <ac:chgData name="Wai T" userId="803fb5f0506a6e42" providerId="LiveId" clId="{222894FC-9D97-4FAB-ABFB-08828321DD90}" dt="2024-08-05T13:37:44.442" v="19239" actId="164"/>
          <ac:spMkLst>
            <pc:docMk/>
            <pc:sldMk cId="3665367174" sldId="262"/>
            <ac:spMk id="32" creationId="{4D1E0F94-F899-F5A7-83F5-1A98013AE909}"/>
          </ac:spMkLst>
        </pc:spChg>
        <pc:spChg chg="add del mod">
          <ac:chgData name="Wai T" userId="803fb5f0506a6e42" providerId="LiveId" clId="{222894FC-9D97-4FAB-ABFB-08828321DD90}" dt="2024-08-05T09:12:32.438" v="17366" actId="478"/>
          <ac:spMkLst>
            <pc:docMk/>
            <pc:sldMk cId="3665367174" sldId="262"/>
            <ac:spMk id="33" creationId="{F1456C7C-8D25-5731-E38D-3E7554C549DD}"/>
          </ac:spMkLst>
        </pc:spChg>
        <pc:spChg chg="add mod">
          <ac:chgData name="Wai T" userId="803fb5f0506a6e42" providerId="LiveId" clId="{222894FC-9D97-4FAB-ABFB-08828321DD90}" dt="2024-08-05T13:37:40.765" v="19238" actId="164"/>
          <ac:spMkLst>
            <pc:docMk/>
            <pc:sldMk cId="3665367174" sldId="262"/>
            <ac:spMk id="36" creationId="{1A65C1CE-CFA9-997B-D8D7-58E140734179}"/>
          </ac:spMkLst>
        </pc:spChg>
        <pc:spChg chg="add mod">
          <ac:chgData name="Wai T" userId="803fb5f0506a6e42" providerId="LiveId" clId="{222894FC-9D97-4FAB-ABFB-08828321DD90}" dt="2024-08-05T13:38:00.922" v="19241" actId="164"/>
          <ac:spMkLst>
            <pc:docMk/>
            <pc:sldMk cId="3665367174" sldId="262"/>
            <ac:spMk id="48" creationId="{1EE69E04-A5D4-167F-C64A-DD6C930F3A72}"/>
          </ac:spMkLst>
        </pc:spChg>
        <pc:spChg chg="add mod">
          <ac:chgData name="Wai T" userId="803fb5f0506a6e42" providerId="LiveId" clId="{222894FC-9D97-4FAB-ABFB-08828321DD90}" dt="2024-08-05T13:37:53.875" v="19240" actId="164"/>
          <ac:spMkLst>
            <pc:docMk/>
            <pc:sldMk cId="3665367174" sldId="262"/>
            <ac:spMk id="49" creationId="{CC0A75E5-5A8C-825B-F523-AC6BA0E9FC54}"/>
          </ac:spMkLst>
        </pc:spChg>
        <pc:spChg chg="mod">
          <ac:chgData name="Wai T" userId="803fb5f0506a6e42" providerId="LiveId" clId="{222894FC-9D97-4FAB-ABFB-08828321DD90}" dt="2024-08-05T13:35:43.229" v="19231" actId="164"/>
          <ac:spMkLst>
            <pc:docMk/>
            <pc:sldMk cId="3665367174" sldId="262"/>
            <ac:spMk id="51" creationId="{40FCCEF6-7E55-7F53-A31A-F0F3F68E1DA8}"/>
          </ac:spMkLst>
        </pc:spChg>
        <pc:spChg chg="mod">
          <ac:chgData name="Wai T" userId="803fb5f0506a6e42" providerId="LiveId" clId="{222894FC-9D97-4FAB-ABFB-08828321DD90}" dt="2024-08-05T13:35:43.229" v="19231" actId="164"/>
          <ac:spMkLst>
            <pc:docMk/>
            <pc:sldMk cId="3665367174" sldId="262"/>
            <ac:spMk id="52" creationId="{E9217DFA-A203-CFC3-C68B-0A0769EDC3FC}"/>
          </ac:spMkLst>
        </pc:spChg>
        <pc:spChg chg="add mod">
          <ac:chgData name="Wai T" userId="803fb5f0506a6e42" providerId="LiveId" clId="{222894FC-9D97-4FAB-ABFB-08828321DD90}" dt="2024-08-05T09:25:18.310" v="17518" actId="1076"/>
          <ac:spMkLst>
            <pc:docMk/>
            <pc:sldMk cId="3665367174" sldId="262"/>
            <ac:spMk id="55" creationId="{CBA8CAB1-961C-0608-A9B6-80F779836B13}"/>
          </ac:spMkLst>
        </pc:spChg>
        <pc:spChg chg="add mod">
          <ac:chgData name="Wai T" userId="803fb5f0506a6e42" providerId="LiveId" clId="{222894FC-9D97-4FAB-ABFB-08828321DD90}" dt="2024-08-05T09:25:14.215" v="17517" actId="1076"/>
          <ac:spMkLst>
            <pc:docMk/>
            <pc:sldMk cId="3665367174" sldId="262"/>
            <ac:spMk id="57" creationId="{F6D10989-A71A-65C8-4291-5C0C9B9DE433}"/>
          </ac:spMkLst>
        </pc:spChg>
        <pc:grpChg chg="add mod">
          <ac:chgData name="Wai T" userId="803fb5f0506a6e42" providerId="LiveId" clId="{222894FC-9D97-4FAB-ABFB-08828321DD90}" dt="2024-08-05T13:36:34.920" v="19232" actId="164"/>
          <ac:grpSpMkLst>
            <pc:docMk/>
            <pc:sldMk cId="3665367174" sldId="262"/>
            <ac:grpSpMk id="9" creationId="{255F018A-F7D0-BDAC-AFA6-D94E82367006}"/>
          </ac:grpSpMkLst>
        </pc:grpChg>
        <pc:grpChg chg="add mod">
          <ac:chgData name="Wai T" userId="803fb5f0506a6e42" providerId="LiveId" clId="{222894FC-9D97-4FAB-ABFB-08828321DD90}" dt="2024-08-05T13:36:34.920" v="19232" actId="164"/>
          <ac:grpSpMkLst>
            <pc:docMk/>
            <pc:sldMk cId="3665367174" sldId="262"/>
            <ac:grpSpMk id="10" creationId="{80E63A42-1643-0801-4796-C503D35484F6}"/>
          </ac:grpSpMkLst>
        </pc:grpChg>
        <pc:grpChg chg="add mod">
          <ac:chgData name="Wai T" userId="803fb5f0506a6e42" providerId="LiveId" clId="{222894FC-9D97-4FAB-ABFB-08828321DD90}" dt="2024-08-05T13:36:34.920" v="19232" actId="164"/>
          <ac:grpSpMkLst>
            <pc:docMk/>
            <pc:sldMk cId="3665367174" sldId="262"/>
            <ac:grpSpMk id="13" creationId="{C6220258-0B2A-1425-14B6-7369FBE0C135}"/>
          </ac:grpSpMkLst>
        </pc:grpChg>
        <pc:grpChg chg="add mod">
          <ac:chgData name="Wai T" userId="803fb5f0506a6e42" providerId="LiveId" clId="{222894FC-9D97-4FAB-ABFB-08828321DD90}" dt="2024-08-05T13:36:34.920" v="19232" actId="164"/>
          <ac:grpSpMkLst>
            <pc:docMk/>
            <pc:sldMk cId="3665367174" sldId="262"/>
            <ac:grpSpMk id="16" creationId="{40678641-A6CA-F2B6-36AC-AAEEE4627126}"/>
          </ac:grpSpMkLst>
        </pc:grpChg>
        <pc:grpChg chg="add mod">
          <ac:chgData name="Wai T" userId="803fb5f0506a6e42" providerId="LiveId" clId="{222894FC-9D97-4FAB-ABFB-08828321DD90}" dt="2024-08-05T13:36:34.920" v="19232" actId="164"/>
          <ac:grpSpMkLst>
            <pc:docMk/>
            <pc:sldMk cId="3665367174" sldId="262"/>
            <ac:grpSpMk id="19" creationId="{7FDAAAB3-C4A2-5A19-4456-BF1063808CFF}"/>
          </ac:grpSpMkLst>
        </pc:grpChg>
        <pc:grpChg chg="add mod">
          <ac:chgData name="Wai T" userId="803fb5f0506a6e42" providerId="LiveId" clId="{222894FC-9D97-4FAB-ABFB-08828321DD90}" dt="2024-08-05T13:35:43.229" v="19231" actId="164"/>
          <ac:grpSpMkLst>
            <pc:docMk/>
            <pc:sldMk cId="3665367174" sldId="262"/>
            <ac:grpSpMk id="22" creationId="{9892B089-0599-4003-991F-90C9F2667F73}"/>
          </ac:grpSpMkLst>
        </pc:grpChg>
        <pc:grpChg chg="add mod">
          <ac:chgData name="Wai T" userId="803fb5f0506a6e42" providerId="LiveId" clId="{222894FC-9D97-4FAB-ABFB-08828321DD90}" dt="2024-08-05T13:36:45.833" v="19233" actId="1076"/>
          <ac:grpSpMkLst>
            <pc:docMk/>
            <pc:sldMk cId="3665367174" sldId="262"/>
            <ac:grpSpMk id="23" creationId="{482F7C5F-09C2-1876-05D8-42A5B57C52B8}"/>
          </ac:grpSpMkLst>
        </pc:grpChg>
        <pc:grpChg chg="add mod">
          <ac:chgData name="Wai T" userId="803fb5f0506a6e42" providerId="LiveId" clId="{222894FC-9D97-4FAB-ABFB-08828321DD90}" dt="2024-08-05T13:36:34.920" v="19232" actId="164"/>
          <ac:grpSpMkLst>
            <pc:docMk/>
            <pc:sldMk cId="3665367174" sldId="262"/>
            <ac:grpSpMk id="28" creationId="{410AA166-269A-7A23-C84C-A7503EC9013F}"/>
          </ac:grpSpMkLst>
        </pc:grpChg>
        <pc:grpChg chg="add mod">
          <ac:chgData name="Wai T" userId="803fb5f0506a6e42" providerId="LiveId" clId="{222894FC-9D97-4FAB-ABFB-08828321DD90}" dt="2024-08-05T13:37:40.765" v="19238" actId="164"/>
          <ac:grpSpMkLst>
            <pc:docMk/>
            <pc:sldMk cId="3665367174" sldId="262"/>
            <ac:grpSpMk id="37" creationId="{498060DE-FF17-6B59-083C-CF0ABBA8D329}"/>
          </ac:grpSpMkLst>
        </pc:grpChg>
        <pc:grpChg chg="add mod">
          <ac:chgData name="Wai T" userId="803fb5f0506a6e42" providerId="LiveId" clId="{222894FC-9D97-4FAB-ABFB-08828321DD90}" dt="2024-08-05T13:37:44.442" v="19239" actId="164"/>
          <ac:grpSpMkLst>
            <pc:docMk/>
            <pc:sldMk cId="3665367174" sldId="262"/>
            <ac:grpSpMk id="39" creationId="{7AEC7742-BC31-5EC6-E9E2-A5AA7A2AC193}"/>
          </ac:grpSpMkLst>
        </pc:grpChg>
        <pc:grpChg chg="add mod">
          <ac:chgData name="Wai T" userId="803fb5f0506a6e42" providerId="LiveId" clId="{222894FC-9D97-4FAB-ABFB-08828321DD90}" dt="2024-08-05T13:37:53.875" v="19240" actId="164"/>
          <ac:grpSpMkLst>
            <pc:docMk/>
            <pc:sldMk cId="3665367174" sldId="262"/>
            <ac:grpSpMk id="40" creationId="{A0CB452A-7B45-ED2E-1F6B-1833843F2786}"/>
          </ac:grpSpMkLst>
        </pc:grpChg>
        <pc:grpChg chg="add mod">
          <ac:chgData name="Wai T" userId="803fb5f0506a6e42" providerId="LiveId" clId="{222894FC-9D97-4FAB-ABFB-08828321DD90}" dt="2024-08-05T13:38:00.922" v="19241" actId="164"/>
          <ac:grpSpMkLst>
            <pc:docMk/>
            <pc:sldMk cId="3665367174" sldId="262"/>
            <ac:grpSpMk id="41" creationId="{229E4707-854C-C5DB-B388-1F435AE08194}"/>
          </ac:grpSpMkLst>
        </pc:grpChg>
        <pc:grpChg chg="add mod">
          <ac:chgData name="Wai T" userId="803fb5f0506a6e42" providerId="LiveId" clId="{222894FC-9D97-4FAB-ABFB-08828321DD90}" dt="2024-08-05T13:36:34.920" v="19232" actId="164"/>
          <ac:grpSpMkLst>
            <pc:docMk/>
            <pc:sldMk cId="3665367174" sldId="262"/>
            <ac:grpSpMk id="50" creationId="{3BB1D21B-437D-52A9-264A-C25E170FB532}"/>
          </ac:grpSpMkLst>
        </pc:grpChg>
        <pc:graphicFrameChg chg="add del mod">
          <ac:chgData name="Wai T" userId="803fb5f0506a6e42" providerId="LiveId" clId="{222894FC-9D97-4FAB-ABFB-08828321DD90}" dt="2024-08-02T08:37:33.902" v="3576" actId="478"/>
          <ac:graphicFrameMkLst>
            <pc:docMk/>
            <pc:sldMk cId="3665367174" sldId="262"/>
            <ac:graphicFrameMk id="4" creationId="{A8DA2B97-F6E1-4823-C380-A950D9D479A6}"/>
          </ac:graphicFrameMkLst>
        </pc:graphicFrameChg>
        <pc:cxnChg chg="add mod">
          <ac:chgData name="Wai T" userId="803fb5f0506a6e42" providerId="LiveId" clId="{222894FC-9D97-4FAB-ABFB-08828321DD90}" dt="2024-08-05T13:36:34.920" v="19232" actId="164"/>
          <ac:cxnSpMkLst>
            <pc:docMk/>
            <pc:sldMk cId="3665367174" sldId="262"/>
            <ac:cxnSpMk id="25" creationId="{75985AD1-DAA1-8E14-010A-C3C59604B56C}"/>
          </ac:cxnSpMkLst>
        </pc:cxnChg>
        <pc:cxnChg chg="add mod">
          <ac:chgData name="Wai T" userId="803fb5f0506a6e42" providerId="LiveId" clId="{222894FC-9D97-4FAB-ABFB-08828321DD90}" dt="2024-08-05T13:36:34.920" v="19232" actId="164"/>
          <ac:cxnSpMkLst>
            <pc:docMk/>
            <pc:sldMk cId="3665367174" sldId="262"/>
            <ac:cxnSpMk id="27" creationId="{10C57AA1-F049-C5ED-FDBB-A065B37E2B3E}"/>
          </ac:cxnSpMkLst>
        </pc:cxnChg>
        <pc:cxnChg chg="add mod">
          <ac:chgData name="Wai T" userId="803fb5f0506a6e42" providerId="LiveId" clId="{222894FC-9D97-4FAB-ABFB-08828321DD90}" dt="2024-08-05T13:37:40.765" v="19238" actId="164"/>
          <ac:cxnSpMkLst>
            <pc:docMk/>
            <pc:sldMk cId="3665367174" sldId="262"/>
            <ac:cxnSpMk id="35" creationId="{DB9FDA52-BA13-A9A5-DD30-0F30AF480ABA}"/>
          </ac:cxnSpMkLst>
        </pc:cxnChg>
        <pc:cxnChg chg="add mod">
          <ac:chgData name="Wai T" userId="803fb5f0506a6e42" providerId="LiveId" clId="{222894FC-9D97-4FAB-ABFB-08828321DD90}" dt="2024-08-05T13:37:53.875" v="19240" actId="164"/>
          <ac:cxnSpMkLst>
            <pc:docMk/>
            <pc:sldMk cId="3665367174" sldId="262"/>
            <ac:cxnSpMk id="38" creationId="{1BD442C2-CFA9-731F-F6E3-5DB8A09DD6C8}"/>
          </ac:cxnSpMkLst>
        </pc:cxnChg>
        <pc:cxnChg chg="add mod">
          <ac:chgData name="Wai T" userId="803fb5f0506a6e42" providerId="LiveId" clId="{222894FC-9D97-4FAB-ABFB-08828321DD90}" dt="2024-08-05T13:38:00.922" v="19241" actId="164"/>
          <ac:cxnSpMkLst>
            <pc:docMk/>
            <pc:sldMk cId="3665367174" sldId="262"/>
            <ac:cxnSpMk id="44" creationId="{9FB18C22-6FD6-1C52-155D-4093A3B67211}"/>
          </ac:cxnSpMkLst>
        </pc:cxnChg>
      </pc:sldChg>
      <pc:sldChg chg="addSp delSp modSp new mod modAnim">
        <pc:chgData name="Wai T" userId="803fb5f0506a6e42" providerId="LiveId" clId="{222894FC-9D97-4FAB-ABFB-08828321DD90}" dt="2024-08-05T13:53:12.047" v="19396" actId="6549"/>
        <pc:sldMkLst>
          <pc:docMk/>
          <pc:sldMk cId="447645254" sldId="263"/>
        </pc:sldMkLst>
        <pc:spChg chg="mod">
          <ac:chgData name="Wai T" userId="803fb5f0506a6e42" providerId="LiveId" clId="{222894FC-9D97-4FAB-ABFB-08828321DD90}" dt="2024-08-05T09:33:57.593" v="17736" actId="20577"/>
          <ac:spMkLst>
            <pc:docMk/>
            <pc:sldMk cId="447645254" sldId="263"/>
            <ac:spMk id="2" creationId="{55B69B4A-64A5-39CE-7C67-C5842C080D02}"/>
          </ac:spMkLst>
        </pc:spChg>
        <pc:spChg chg="add mod">
          <ac:chgData name="Wai T" userId="803fb5f0506a6e42" providerId="LiveId" clId="{222894FC-9D97-4FAB-ABFB-08828321DD90}" dt="2024-08-02T10:15:31.451" v="7066" actId="14100"/>
          <ac:spMkLst>
            <pc:docMk/>
            <pc:sldMk cId="447645254" sldId="263"/>
            <ac:spMk id="3" creationId="{A6A45FD4-3DEE-E4A2-67D1-514D5EF37EC8}"/>
          </ac:spMkLst>
        </pc:spChg>
        <pc:spChg chg="del mod">
          <ac:chgData name="Wai T" userId="803fb5f0506a6e42" providerId="LiveId" clId="{222894FC-9D97-4FAB-ABFB-08828321DD90}" dt="2024-08-02T09:20:05.583" v="4418" actId="478"/>
          <ac:spMkLst>
            <pc:docMk/>
            <pc:sldMk cId="447645254" sldId="263"/>
            <ac:spMk id="3" creationId="{EDC6386B-B334-0C00-1ABB-83C0879CD0DE}"/>
          </ac:spMkLst>
        </pc:spChg>
        <pc:spChg chg="add mod">
          <ac:chgData name="Wai T" userId="803fb5f0506a6e42" providerId="LiveId" clId="{222894FC-9D97-4FAB-ABFB-08828321DD90}" dt="2024-08-02T09:21:45.994" v="4435" actId="164"/>
          <ac:spMkLst>
            <pc:docMk/>
            <pc:sldMk cId="447645254" sldId="263"/>
            <ac:spMk id="4" creationId="{4BEC7329-73C5-9A4B-E2FF-0455F0DA9EDB}"/>
          </ac:spMkLst>
        </pc:spChg>
        <pc:spChg chg="add mod">
          <ac:chgData name="Wai T" userId="803fb5f0506a6e42" providerId="LiveId" clId="{222894FC-9D97-4FAB-ABFB-08828321DD90}" dt="2024-08-05T09:35:50.952" v="17754" actId="207"/>
          <ac:spMkLst>
            <pc:docMk/>
            <pc:sldMk cId="447645254" sldId="263"/>
            <ac:spMk id="5" creationId="{9CA98EB6-6D33-D54A-BBAD-3E8DE3C80F15}"/>
          </ac:spMkLst>
        </pc:spChg>
        <pc:spChg chg="add del mod">
          <ac:chgData name="Wai T" userId="803fb5f0506a6e42" providerId="LiveId" clId="{222894FC-9D97-4FAB-ABFB-08828321DD90}" dt="2024-08-02T09:21:04.628" v="4427" actId="478"/>
          <ac:spMkLst>
            <pc:docMk/>
            <pc:sldMk cId="447645254" sldId="263"/>
            <ac:spMk id="5" creationId="{A4DE6EA2-B1B3-6ACD-FD1C-5473453DEFCA}"/>
          </ac:spMkLst>
        </pc:spChg>
        <pc:spChg chg="add del mod">
          <ac:chgData name="Wai T" userId="803fb5f0506a6e42" providerId="LiveId" clId="{222894FC-9D97-4FAB-ABFB-08828321DD90}" dt="2024-08-02T09:21:06.140" v="4428" actId="478"/>
          <ac:spMkLst>
            <pc:docMk/>
            <pc:sldMk cId="447645254" sldId="263"/>
            <ac:spMk id="6" creationId="{C88C31F2-4711-0D38-A96D-2FD6C695F53B}"/>
          </ac:spMkLst>
        </pc:spChg>
        <pc:spChg chg="add mod">
          <ac:chgData name="Wai T" userId="803fb5f0506a6e42" providerId="LiveId" clId="{222894FC-9D97-4FAB-ABFB-08828321DD90}" dt="2024-08-02T09:22:13.289" v="4437" actId="14100"/>
          <ac:spMkLst>
            <pc:docMk/>
            <pc:sldMk cId="447645254" sldId="263"/>
            <ac:spMk id="7" creationId="{BB80E655-8779-37B3-8333-910AEF1E110B}"/>
          </ac:spMkLst>
        </pc:spChg>
        <pc:spChg chg="mod">
          <ac:chgData name="Wai T" userId="803fb5f0506a6e42" providerId="LiveId" clId="{222894FC-9D97-4FAB-ABFB-08828321DD90}" dt="2024-08-02T09:22:17.611" v="4438"/>
          <ac:spMkLst>
            <pc:docMk/>
            <pc:sldMk cId="447645254" sldId="263"/>
            <ac:spMk id="10" creationId="{C685651C-6F8C-A727-F96B-126F41888D45}"/>
          </ac:spMkLst>
        </pc:spChg>
        <pc:spChg chg="mod">
          <ac:chgData name="Wai T" userId="803fb5f0506a6e42" providerId="LiveId" clId="{222894FC-9D97-4FAB-ABFB-08828321DD90}" dt="2024-08-02T09:22:27.884" v="4440" actId="14100"/>
          <ac:spMkLst>
            <pc:docMk/>
            <pc:sldMk cId="447645254" sldId="263"/>
            <ac:spMk id="11" creationId="{BF9C416E-D0D7-4AE3-66CE-AD369390258F}"/>
          </ac:spMkLst>
        </pc:spChg>
        <pc:spChg chg="mod">
          <ac:chgData name="Wai T" userId="803fb5f0506a6e42" providerId="LiveId" clId="{222894FC-9D97-4FAB-ABFB-08828321DD90}" dt="2024-08-02T09:22:30.132" v="4441"/>
          <ac:spMkLst>
            <pc:docMk/>
            <pc:sldMk cId="447645254" sldId="263"/>
            <ac:spMk id="13" creationId="{D4ABCFF6-C6EA-6E5D-2808-9C6750DB4FF7}"/>
          </ac:spMkLst>
        </pc:spChg>
        <pc:spChg chg="mod">
          <ac:chgData name="Wai T" userId="803fb5f0506a6e42" providerId="LiveId" clId="{222894FC-9D97-4FAB-ABFB-08828321DD90}" dt="2024-08-02T09:22:30.132" v="4441"/>
          <ac:spMkLst>
            <pc:docMk/>
            <pc:sldMk cId="447645254" sldId="263"/>
            <ac:spMk id="14" creationId="{3A09B633-4CFD-56F2-86B4-46FCDCA8B409}"/>
          </ac:spMkLst>
        </pc:spChg>
        <pc:spChg chg="mod">
          <ac:chgData name="Wai T" userId="803fb5f0506a6e42" providerId="LiveId" clId="{222894FC-9D97-4FAB-ABFB-08828321DD90}" dt="2024-08-02T09:22:41.096" v="4443"/>
          <ac:spMkLst>
            <pc:docMk/>
            <pc:sldMk cId="447645254" sldId="263"/>
            <ac:spMk id="16" creationId="{F1598061-7124-9E8F-666D-5487A98B4D1D}"/>
          </ac:spMkLst>
        </pc:spChg>
        <pc:spChg chg="mod">
          <ac:chgData name="Wai T" userId="803fb5f0506a6e42" providerId="LiveId" clId="{222894FC-9D97-4FAB-ABFB-08828321DD90}" dt="2024-08-02T10:15:04.208" v="7063" actId="14100"/>
          <ac:spMkLst>
            <pc:docMk/>
            <pc:sldMk cId="447645254" sldId="263"/>
            <ac:spMk id="17" creationId="{988E4B7E-8C06-30C9-551C-FC2ECBA6E1C1}"/>
          </ac:spMkLst>
        </pc:spChg>
        <pc:spChg chg="add mod">
          <ac:chgData name="Wai T" userId="803fb5f0506a6e42" providerId="LiveId" clId="{222894FC-9D97-4FAB-ABFB-08828321DD90}" dt="2024-08-02T10:14:47.774" v="7062" actId="1076"/>
          <ac:spMkLst>
            <pc:docMk/>
            <pc:sldMk cId="447645254" sldId="263"/>
            <ac:spMk id="18" creationId="{CF570540-35BD-6056-0105-B900FF3A2FE4}"/>
          </ac:spMkLst>
        </pc:spChg>
        <pc:spChg chg="add mod">
          <ac:chgData name="Wai T" userId="803fb5f0506a6e42" providerId="LiveId" clId="{222894FC-9D97-4FAB-ABFB-08828321DD90}" dt="2024-08-05T13:50:12.903" v="19321" actId="164"/>
          <ac:spMkLst>
            <pc:docMk/>
            <pc:sldMk cId="447645254" sldId="263"/>
            <ac:spMk id="19" creationId="{60EAD432-4E85-4804-75E0-9F64E754946A}"/>
          </ac:spMkLst>
        </pc:spChg>
        <pc:spChg chg="add del mod">
          <ac:chgData name="Wai T" userId="803fb5f0506a6e42" providerId="LiveId" clId="{222894FC-9D97-4FAB-ABFB-08828321DD90}" dt="2024-08-02T10:16:08.041" v="7073" actId="478"/>
          <ac:spMkLst>
            <pc:docMk/>
            <pc:sldMk cId="447645254" sldId="263"/>
            <ac:spMk id="20" creationId="{05DED615-D866-DF73-DE1C-1272A12E896F}"/>
          </ac:spMkLst>
        </pc:spChg>
        <pc:spChg chg="add mod">
          <ac:chgData name="Wai T" userId="803fb5f0506a6e42" providerId="LiveId" clId="{222894FC-9D97-4FAB-ABFB-08828321DD90}" dt="2024-08-02T10:16:28.928" v="7093" actId="14100"/>
          <ac:spMkLst>
            <pc:docMk/>
            <pc:sldMk cId="447645254" sldId="263"/>
            <ac:spMk id="22" creationId="{46D3848B-8D34-75FC-D2E2-4235317B6BAF}"/>
          </ac:spMkLst>
        </pc:spChg>
        <pc:spChg chg="add mod">
          <ac:chgData name="Wai T" userId="803fb5f0506a6e42" providerId="LiveId" clId="{222894FC-9D97-4FAB-ABFB-08828321DD90}" dt="2024-08-02T10:14:47.774" v="7062" actId="1076"/>
          <ac:spMkLst>
            <pc:docMk/>
            <pc:sldMk cId="447645254" sldId="263"/>
            <ac:spMk id="36" creationId="{ABF80C18-218A-711A-39FC-38A9109F9000}"/>
          </ac:spMkLst>
        </pc:spChg>
        <pc:spChg chg="add mod">
          <ac:chgData name="Wai T" userId="803fb5f0506a6e42" providerId="LiveId" clId="{222894FC-9D97-4FAB-ABFB-08828321DD90}" dt="2024-08-02T10:14:47.774" v="7062" actId="1076"/>
          <ac:spMkLst>
            <pc:docMk/>
            <pc:sldMk cId="447645254" sldId="263"/>
            <ac:spMk id="37" creationId="{CDBBED76-0702-48D0-71F0-D34BBDEDD25B}"/>
          </ac:spMkLst>
        </pc:spChg>
        <pc:spChg chg="add mod">
          <ac:chgData name="Wai T" userId="803fb5f0506a6e42" providerId="LiveId" clId="{222894FC-9D97-4FAB-ABFB-08828321DD90}" dt="2024-08-02T10:14:47.774" v="7062" actId="1076"/>
          <ac:spMkLst>
            <pc:docMk/>
            <pc:sldMk cId="447645254" sldId="263"/>
            <ac:spMk id="38" creationId="{F91B3819-E113-811A-0BE8-80CCEA7EC328}"/>
          </ac:spMkLst>
        </pc:spChg>
        <pc:spChg chg="add mod">
          <ac:chgData name="Wai T" userId="803fb5f0506a6e42" providerId="LiveId" clId="{222894FC-9D97-4FAB-ABFB-08828321DD90}" dt="2024-08-05T13:53:12.047" v="19396" actId="6549"/>
          <ac:spMkLst>
            <pc:docMk/>
            <pc:sldMk cId="447645254" sldId="263"/>
            <ac:spMk id="39" creationId="{F4201E9B-543B-3D8B-A99D-C1C6955BF67A}"/>
          </ac:spMkLst>
        </pc:spChg>
        <pc:grpChg chg="add mod">
          <ac:chgData name="Wai T" userId="803fb5f0506a6e42" providerId="LiveId" clId="{222894FC-9D97-4FAB-ABFB-08828321DD90}" dt="2024-08-05T13:49:58.192" v="19319" actId="164"/>
          <ac:grpSpMkLst>
            <pc:docMk/>
            <pc:sldMk cId="447645254" sldId="263"/>
            <ac:grpSpMk id="8" creationId="{ADB8572D-9F50-4A0B-B1F5-B740E431607B}"/>
          </ac:grpSpMkLst>
        </pc:grpChg>
        <pc:grpChg chg="add mod">
          <ac:chgData name="Wai T" userId="803fb5f0506a6e42" providerId="LiveId" clId="{222894FC-9D97-4FAB-ABFB-08828321DD90}" dt="2024-08-05T13:49:58.192" v="19319" actId="164"/>
          <ac:grpSpMkLst>
            <pc:docMk/>
            <pc:sldMk cId="447645254" sldId="263"/>
            <ac:grpSpMk id="9" creationId="{8D756878-452A-39D2-21E1-F64D72A63940}"/>
          </ac:grpSpMkLst>
        </pc:grpChg>
        <pc:grpChg chg="add mod">
          <ac:chgData name="Wai T" userId="803fb5f0506a6e42" providerId="LiveId" clId="{222894FC-9D97-4FAB-ABFB-08828321DD90}" dt="2024-08-05T13:49:58.192" v="19319" actId="164"/>
          <ac:grpSpMkLst>
            <pc:docMk/>
            <pc:sldMk cId="447645254" sldId="263"/>
            <ac:grpSpMk id="12" creationId="{4162794A-D07D-88F0-A59D-CBCDDD9A0B06}"/>
          </ac:grpSpMkLst>
        </pc:grpChg>
        <pc:grpChg chg="add mod">
          <ac:chgData name="Wai T" userId="803fb5f0506a6e42" providerId="LiveId" clId="{222894FC-9D97-4FAB-ABFB-08828321DD90}" dt="2024-08-05T13:49:58.192" v="19319" actId="164"/>
          <ac:grpSpMkLst>
            <pc:docMk/>
            <pc:sldMk cId="447645254" sldId="263"/>
            <ac:grpSpMk id="15" creationId="{72EA3A96-AB08-B359-FC46-6C04B0EB2B39}"/>
          </ac:grpSpMkLst>
        </pc:grpChg>
        <pc:grpChg chg="add mod">
          <ac:chgData name="Wai T" userId="803fb5f0506a6e42" providerId="LiveId" clId="{222894FC-9D97-4FAB-ABFB-08828321DD90}" dt="2024-08-05T13:49:58.192" v="19319" actId="164"/>
          <ac:grpSpMkLst>
            <pc:docMk/>
            <pc:sldMk cId="447645254" sldId="263"/>
            <ac:grpSpMk id="20" creationId="{ECBEAB95-B429-CB08-76B4-16F6D9A0E4C7}"/>
          </ac:grpSpMkLst>
        </pc:grpChg>
        <pc:grpChg chg="add mod">
          <ac:chgData name="Wai T" userId="803fb5f0506a6e42" providerId="LiveId" clId="{222894FC-9D97-4FAB-ABFB-08828321DD90}" dt="2024-08-05T13:50:06.687" v="19320" actId="164"/>
          <ac:grpSpMkLst>
            <pc:docMk/>
            <pc:sldMk cId="447645254" sldId="263"/>
            <ac:grpSpMk id="24" creationId="{82E15E08-6BE9-8EE2-C117-8CB66FE1FFF8}"/>
          </ac:grpSpMkLst>
        </pc:grpChg>
        <pc:grpChg chg="add mod">
          <ac:chgData name="Wai T" userId="803fb5f0506a6e42" providerId="LiveId" clId="{222894FC-9D97-4FAB-ABFB-08828321DD90}" dt="2024-08-05T13:50:12.903" v="19321" actId="164"/>
          <ac:grpSpMkLst>
            <pc:docMk/>
            <pc:sldMk cId="447645254" sldId="263"/>
            <ac:grpSpMk id="26" creationId="{4BCA47C5-8A4F-071B-A03A-A53720BC27DB}"/>
          </ac:grpSpMkLst>
        </pc:grpChg>
        <pc:cxnChg chg="add">
          <ac:chgData name="Wai T" userId="803fb5f0506a6e42" providerId="LiveId" clId="{222894FC-9D97-4FAB-ABFB-08828321DD90}" dt="2024-08-02T10:15:46.742" v="7067" actId="11529"/>
          <ac:cxnSpMkLst>
            <pc:docMk/>
            <pc:sldMk cId="447645254" sldId="263"/>
            <ac:cxnSpMk id="6" creationId="{DDCFC035-D2A9-B388-B95A-7F097B86E81E}"/>
          </ac:cxnSpMkLst>
        </pc:cxnChg>
        <pc:cxnChg chg="add mod">
          <ac:chgData name="Wai T" userId="803fb5f0506a6e42" providerId="LiveId" clId="{222894FC-9D97-4FAB-ABFB-08828321DD90}" dt="2024-08-05T13:50:12.903" v="19321" actId="164"/>
          <ac:cxnSpMkLst>
            <pc:docMk/>
            <pc:sldMk cId="447645254" sldId="263"/>
            <ac:cxnSpMk id="21" creationId="{22AB9F31-FCBD-6F9D-8691-0B38ACDB60AA}"/>
          </ac:cxnSpMkLst>
        </pc:cxnChg>
        <pc:cxnChg chg="add mod">
          <ac:chgData name="Wai T" userId="803fb5f0506a6e42" providerId="LiveId" clId="{222894FC-9D97-4FAB-ABFB-08828321DD90}" dt="2024-08-05T13:50:12.903" v="19321" actId="164"/>
          <ac:cxnSpMkLst>
            <pc:docMk/>
            <pc:sldMk cId="447645254" sldId="263"/>
            <ac:cxnSpMk id="23" creationId="{6FCE5437-C001-6F10-9FC0-2D4475F681EB}"/>
          </ac:cxnSpMkLst>
        </pc:cxnChg>
        <pc:cxnChg chg="add mod">
          <ac:chgData name="Wai T" userId="803fb5f0506a6e42" providerId="LiveId" clId="{222894FC-9D97-4FAB-ABFB-08828321DD90}" dt="2024-08-05T13:50:12.903" v="19321" actId="164"/>
          <ac:cxnSpMkLst>
            <pc:docMk/>
            <pc:sldMk cId="447645254" sldId="263"/>
            <ac:cxnSpMk id="25" creationId="{8AF97FE1-C7D6-D99F-BB5D-E8EE6B21D56F}"/>
          </ac:cxnSpMkLst>
        </pc:cxnChg>
        <pc:cxnChg chg="add mod">
          <ac:chgData name="Wai T" userId="803fb5f0506a6e42" providerId="LiveId" clId="{222894FC-9D97-4FAB-ABFB-08828321DD90}" dt="2024-08-05T13:50:06.687" v="19320" actId="164"/>
          <ac:cxnSpMkLst>
            <pc:docMk/>
            <pc:sldMk cId="447645254" sldId="263"/>
            <ac:cxnSpMk id="27" creationId="{5DC25FE7-EB05-55C1-3F2F-F6271DFEA0C0}"/>
          </ac:cxnSpMkLst>
        </pc:cxnChg>
        <pc:cxnChg chg="add mod">
          <ac:chgData name="Wai T" userId="803fb5f0506a6e42" providerId="LiveId" clId="{222894FC-9D97-4FAB-ABFB-08828321DD90}" dt="2024-08-05T13:50:06.687" v="19320" actId="164"/>
          <ac:cxnSpMkLst>
            <pc:docMk/>
            <pc:sldMk cId="447645254" sldId="263"/>
            <ac:cxnSpMk id="33" creationId="{9B1CEB3F-0D12-CD9F-1D86-76FEDD2C245B}"/>
          </ac:cxnSpMkLst>
        </pc:cxnChg>
        <pc:cxnChg chg="add mod">
          <ac:chgData name="Wai T" userId="803fb5f0506a6e42" providerId="LiveId" clId="{222894FC-9D97-4FAB-ABFB-08828321DD90}" dt="2024-08-05T13:50:06.687" v="19320" actId="164"/>
          <ac:cxnSpMkLst>
            <pc:docMk/>
            <pc:sldMk cId="447645254" sldId="263"/>
            <ac:cxnSpMk id="35" creationId="{0C83D406-A62A-9337-7CF1-BB5620773AAF}"/>
          </ac:cxnSpMkLst>
        </pc:cxnChg>
      </pc:sldChg>
      <pc:sldChg chg="addSp delSp modSp new mod ord modAnim">
        <pc:chgData name="Wai T" userId="803fb5f0506a6e42" providerId="LiveId" clId="{222894FC-9D97-4FAB-ABFB-08828321DD90}" dt="2024-08-05T13:48:39.815" v="19317" actId="1076"/>
        <pc:sldMkLst>
          <pc:docMk/>
          <pc:sldMk cId="399983898" sldId="264"/>
        </pc:sldMkLst>
        <pc:spChg chg="mod">
          <ac:chgData name="Wai T" userId="803fb5f0506a6e42" providerId="LiveId" clId="{222894FC-9D97-4FAB-ABFB-08828321DD90}" dt="2024-08-02T09:33:46.689" v="5545" actId="20577"/>
          <ac:spMkLst>
            <pc:docMk/>
            <pc:sldMk cId="399983898" sldId="264"/>
            <ac:spMk id="2" creationId="{1F120DCE-3025-9753-74FB-FACFB48AB3F5}"/>
          </ac:spMkLst>
        </pc:spChg>
        <pc:spChg chg="mod">
          <ac:chgData name="Wai T" userId="803fb5f0506a6e42" providerId="LiveId" clId="{222894FC-9D97-4FAB-ABFB-08828321DD90}" dt="2024-08-05T13:48:33.563" v="19316" actId="20577"/>
          <ac:spMkLst>
            <pc:docMk/>
            <pc:sldMk cId="399983898" sldId="264"/>
            <ac:spMk id="3" creationId="{2D61D504-20FA-D837-6ACC-7C5318695267}"/>
          </ac:spMkLst>
        </pc:spChg>
        <pc:spChg chg="add mod">
          <ac:chgData name="Wai T" userId="803fb5f0506a6e42" providerId="LiveId" clId="{222894FC-9D97-4FAB-ABFB-08828321DD90}" dt="2024-08-05T13:40:00.496" v="19251" actId="164"/>
          <ac:spMkLst>
            <pc:docMk/>
            <pc:sldMk cId="399983898" sldId="264"/>
            <ac:spMk id="4" creationId="{B96FBFC3-E945-7D71-A0F1-0CB818DDF90D}"/>
          </ac:spMkLst>
        </pc:spChg>
        <pc:spChg chg="add mod">
          <ac:chgData name="Wai T" userId="803fb5f0506a6e42" providerId="LiveId" clId="{222894FC-9D97-4FAB-ABFB-08828321DD90}" dt="2024-08-05T13:40:00.496" v="19251" actId="164"/>
          <ac:spMkLst>
            <pc:docMk/>
            <pc:sldMk cId="399983898" sldId="264"/>
            <ac:spMk id="5" creationId="{7E3157D8-81E4-1728-085A-1C6ED00E9B51}"/>
          </ac:spMkLst>
        </pc:spChg>
        <pc:spChg chg="add mod">
          <ac:chgData name="Wai T" userId="803fb5f0506a6e42" providerId="LiveId" clId="{222894FC-9D97-4FAB-ABFB-08828321DD90}" dt="2024-08-05T13:40:00.496" v="19251" actId="164"/>
          <ac:spMkLst>
            <pc:docMk/>
            <pc:sldMk cId="399983898" sldId="264"/>
            <ac:spMk id="6" creationId="{71DC6E59-7814-E3B8-4A99-A7619CF970C3}"/>
          </ac:spMkLst>
        </pc:spChg>
        <pc:spChg chg="add mod">
          <ac:chgData name="Wai T" userId="803fb5f0506a6e42" providerId="LiveId" clId="{222894FC-9D97-4FAB-ABFB-08828321DD90}" dt="2024-08-05T13:40:00.496" v="19251" actId="164"/>
          <ac:spMkLst>
            <pc:docMk/>
            <pc:sldMk cId="399983898" sldId="264"/>
            <ac:spMk id="7" creationId="{20CDFF9B-A599-6781-EE84-B7E042DF1C0D}"/>
          </ac:spMkLst>
        </pc:spChg>
        <pc:spChg chg="add mod">
          <ac:chgData name="Wai T" userId="803fb5f0506a6e42" providerId="LiveId" clId="{222894FC-9D97-4FAB-ABFB-08828321DD90}" dt="2024-08-05T13:40:00.496" v="19251" actId="164"/>
          <ac:spMkLst>
            <pc:docMk/>
            <pc:sldMk cId="399983898" sldId="264"/>
            <ac:spMk id="8" creationId="{44BB5E78-3B7D-AF0B-D099-B0BACCD53367}"/>
          </ac:spMkLst>
        </pc:spChg>
        <pc:spChg chg="add mod">
          <ac:chgData name="Wai T" userId="803fb5f0506a6e42" providerId="LiveId" clId="{222894FC-9D97-4FAB-ABFB-08828321DD90}" dt="2024-08-05T13:40:00.496" v="19251" actId="164"/>
          <ac:spMkLst>
            <pc:docMk/>
            <pc:sldMk cId="399983898" sldId="264"/>
            <ac:spMk id="9" creationId="{83365E09-8B0A-D867-AD78-A00B4CE113ED}"/>
          </ac:spMkLst>
        </pc:spChg>
        <pc:spChg chg="add mod">
          <ac:chgData name="Wai T" userId="803fb5f0506a6e42" providerId="LiveId" clId="{222894FC-9D97-4FAB-ABFB-08828321DD90}" dt="2024-08-05T13:40:00.496" v="19251" actId="164"/>
          <ac:spMkLst>
            <pc:docMk/>
            <pc:sldMk cId="399983898" sldId="264"/>
            <ac:spMk id="10" creationId="{8E7E997C-12EE-5949-16BA-02A89D41A14B}"/>
          </ac:spMkLst>
        </pc:spChg>
        <pc:spChg chg="add mod">
          <ac:chgData name="Wai T" userId="803fb5f0506a6e42" providerId="LiveId" clId="{222894FC-9D97-4FAB-ABFB-08828321DD90}" dt="2024-08-05T13:40:00.496" v="19251" actId="164"/>
          <ac:spMkLst>
            <pc:docMk/>
            <pc:sldMk cId="399983898" sldId="264"/>
            <ac:spMk id="11" creationId="{171ED448-8A52-65FD-8668-D1E0EB45D0AC}"/>
          </ac:spMkLst>
        </pc:spChg>
        <pc:spChg chg="add mod">
          <ac:chgData name="Wai T" userId="803fb5f0506a6e42" providerId="LiveId" clId="{222894FC-9D97-4FAB-ABFB-08828321DD90}" dt="2024-08-05T13:40:00.496" v="19251" actId="164"/>
          <ac:spMkLst>
            <pc:docMk/>
            <pc:sldMk cId="399983898" sldId="264"/>
            <ac:spMk id="12" creationId="{CC4797F2-8524-E109-9BC7-BD4446FE23B9}"/>
          </ac:spMkLst>
        </pc:spChg>
        <pc:spChg chg="add mod">
          <ac:chgData name="Wai T" userId="803fb5f0506a6e42" providerId="LiveId" clId="{222894FC-9D97-4FAB-ABFB-08828321DD90}" dt="2024-08-05T13:40:00.496" v="19251" actId="164"/>
          <ac:spMkLst>
            <pc:docMk/>
            <pc:sldMk cId="399983898" sldId="264"/>
            <ac:spMk id="13" creationId="{A6486A31-F110-05E2-DBE0-ECA80E39738A}"/>
          </ac:spMkLst>
        </pc:spChg>
        <pc:spChg chg="add mod">
          <ac:chgData name="Wai T" userId="803fb5f0506a6e42" providerId="LiveId" clId="{222894FC-9D97-4FAB-ABFB-08828321DD90}" dt="2024-08-05T13:40:00.496" v="19251" actId="164"/>
          <ac:spMkLst>
            <pc:docMk/>
            <pc:sldMk cId="399983898" sldId="264"/>
            <ac:spMk id="14" creationId="{9CFEABC3-867D-2A00-6332-16335F33B2ED}"/>
          </ac:spMkLst>
        </pc:spChg>
        <pc:spChg chg="add mod">
          <ac:chgData name="Wai T" userId="803fb5f0506a6e42" providerId="LiveId" clId="{222894FC-9D97-4FAB-ABFB-08828321DD90}" dt="2024-08-05T13:40:00.496" v="19251" actId="164"/>
          <ac:spMkLst>
            <pc:docMk/>
            <pc:sldMk cId="399983898" sldId="264"/>
            <ac:spMk id="15" creationId="{3B830E4A-D500-DFF7-2B5A-4DE49B4D1043}"/>
          </ac:spMkLst>
        </pc:spChg>
        <pc:spChg chg="add mod">
          <ac:chgData name="Wai T" userId="803fb5f0506a6e42" providerId="LiveId" clId="{222894FC-9D97-4FAB-ABFB-08828321DD90}" dt="2024-08-05T13:40:00.496" v="19251" actId="164"/>
          <ac:spMkLst>
            <pc:docMk/>
            <pc:sldMk cId="399983898" sldId="264"/>
            <ac:spMk id="16" creationId="{263D2A0E-51E6-4370-2FB4-46CE562BB303}"/>
          </ac:spMkLst>
        </pc:spChg>
        <pc:spChg chg="add mod">
          <ac:chgData name="Wai T" userId="803fb5f0506a6e42" providerId="LiveId" clId="{222894FC-9D97-4FAB-ABFB-08828321DD90}" dt="2024-08-05T13:47:21.951" v="19301" actId="207"/>
          <ac:spMkLst>
            <pc:docMk/>
            <pc:sldMk cId="399983898" sldId="264"/>
            <ac:spMk id="17" creationId="{DE0729F2-D49B-AAC2-D6AC-0FC6CB469CA4}"/>
          </ac:spMkLst>
        </pc:spChg>
        <pc:spChg chg="add mod">
          <ac:chgData name="Wai T" userId="803fb5f0506a6e42" providerId="LiveId" clId="{222894FC-9D97-4FAB-ABFB-08828321DD90}" dt="2024-08-05T13:47:21.951" v="19301" actId="207"/>
          <ac:spMkLst>
            <pc:docMk/>
            <pc:sldMk cId="399983898" sldId="264"/>
            <ac:spMk id="18" creationId="{4EDC89D3-AC31-0E76-29B3-0ECA16D298B3}"/>
          </ac:spMkLst>
        </pc:spChg>
        <pc:spChg chg="add mod">
          <ac:chgData name="Wai T" userId="803fb5f0506a6e42" providerId="LiveId" clId="{222894FC-9D97-4FAB-ABFB-08828321DD90}" dt="2024-08-05T13:47:21.951" v="19301" actId="207"/>
          <ac:spMkLst>
            <pc:docMk/>
            <pc:sldMk cId="399983898" sldId="264"/>
            <ac:spMk id="19" creationId="{11675128-C47D-83CE-0084-0DD76C485CD3}"/>
          </ac:spMkLst>
        </pc:spChg>
        <pc:spChg chg="add mod">
          <ac:chgData name="Wai T" userId="803fb5f0506a6e42" providerId="LiveId" clId="{222894FC-9D97-4FAB-ABFB-08828321DD90}" dt="2024-08-05T13:44:35.546" v="19291" actId="207"/>
          <ac:spMkLst>
            <pc:docMk/>
            <pc:sldMk cId="399983898" sldId="264"/>
            <ac:spMk id="20" creationId="{A2659046-9E26-5961-EF4A-33B9C68D9F7F}"/>
          </ac:spMkLst>
        </pc:spChg>
        <pc:spChg chg="mod topLvl">
          <ac:chgData name="Wai T" userId="803fb5f0506a6e42" providerId="LiveId" clId="{222894FC-9D97-4FAB-ABFB-08828321DD90}" dt="2024-08-05T13:44:51.368" v="19292" actId="164"/>
          <ac:spMkLst>
            <pc:docMk/>
            <pc:sldMk cId="399983898" sldId="264"/>
            <ac:spMk id="27" creationId="{79674079-89C3-39A7-4352-99A18DF48290}"/>
          </ac:spMkLst>
        </pc:spChg>
        <pc:spChg chg="mod topLvl">
          <ac:chgData name="Wai T" userId="803fb5f0506a6e42" providerId="LiveId" clId="{222894FC-9D97-4FAB-ABFB-08828321DD90}" dt="2024-08-05T13:44:51.368" v="19292" actId="164"/>
          <ac:spMkLst>
            <pc:docMk/>
            <pc:sldMk cId="399983898" sldId="264"/>
            <ac:spMk id="28" creationId="{B07B9EC7-E416-7ED8-5D3F-4522D84C716F}"/>
          </ac:spMkLst>
        </pc:spChg>
        <pc:spChg chg="mod topLvl">
          <ac:chgData name="Wai T" userId="803fb5f0506a6e42" providerId="LiveId" clId="{222894FC-9D97-4FAB-ABFB-08828321DD90}" dt="2024-08-05T13:44:51.368" v="19292" actId="164"/>
          <ac:spMkLst>
            <pc:docMk/>
            <pc:sldMk cId="399983898" sldId="264"/>
            <ac:spMk id="29" creationId="{ECBE5D1D-4734-775B-8F7B-9D0DF30225DE}"/>
          </ac:spMkLst>
        </pc:spChg>
        <pc:spChg chg="mod topLvl">
          <ac:chgData name="Wai T" userId="803fb5f0506a6e42" providerId="LiveId" clId="{222894FC-9D97-4FAB-ABFB-08828321DD90}" dt="2024-08-05T13:44:51.368" v="19292" actId="164"/>
          <ac:spMkLst>
            <pc:docMk/>
            <pc:sldMk cId="399983898" sldId="264"/>
            <ac:spMk id="30" creationId="{1223BBCC-EA7D-F435-CACE-92BE4181A4DE}"/>
          </ac:spMkLst>
        </pc:spChg>
        <pc:spChg chg="mod topLvl">
          <ac:chgData name="Wai T" userId="803fb5f0506a6e42" providerId="LiveId" clId="{222894FC-9D97-4FAB-ABFB-08828321DD90}" dt="2024-08-05T13:44:51.368" v="19292" actId="164"/>
          <ac:spMkLst>
            <pc:docMk/>
            <pc:sldMk cId="399983898" sldId="264"/>
            <ac:spMk id="31" creationId="{68D146B1-7FAE-7921-8576-1006B7292F7D}"/>
          </ac:spMkLst>
        </pc:spChg>
        <pc:spChg chg="mod topLvl">
          <ac:chgData name="Wai T" userId="803fb5f0506a6e42" providerId="LiveId" clId="{222894FC-9D97-4FAB-ABFB-08828321DD90}" dt="2024-08-05T13:44:51.368" v="19292" actId="164"/>
          <ac:spMkLst>
            <pc:docMk/>
            <pc:sldMk cId="399983898" sldId="264"/>
            <ac:spMk id="32" creationId="{5E4BEDA7-4D8E-7F76-72DC-9BB319960E6F}"/>
          </ac:spMkLst>
        </pc:spChg>
        <pc:spChg chg="mod topLvl">
          <ac:chgData name="Wai T" userId="803fb5f0506a6e42" providerId="LiveId" clId="{222894FC-9D97-4FAB-ABFB-08828321DD90}" dt="2024-08-05T13:44:51.368" v="19292" actId="164"/>
          <ac:spMkLst>
            <pc:docMk/>
            <pc:sldMk cId="399983898" sldId="264"/>
            <ac:spMk id="33" creationId="{7963FF43-C98D-9508-D737-147A0DA93B74}"/>
          </ac:spMkLst>
        </pc:spChg>
        <pc:spChg chg="mod topLvl">
          <ac:chgData name="Wai T" userId="803fb5f0506a6e42" providerId="LiveId" clId="{222894FC-9D97-4FAB-ABFB-08828321DD90}" dt="2024-08-05T13:44:51.368" v="19292" actId="164"/>
          <ac:spMkLst>
            <pc:docMk/>
            <pc:sldMk cId="399983898" sldId="264"/>
            <ac:spMk id="34" creationId="{4F6AB725-64DD-BC61-6D0D-2860B96E9835}"/>
          </ac:spMkLst>
        </pc:spChg>
        <pc:spChg chg="mod topLvl">
          <ac:chgData name="Wai T" userId="803fb5f0506a6e42" providerId="LiveId" clId="{222894FC-9D97-4FAB-ABFB-08828321DD90}" dt="2024-08-05T13:44:51.368" v="19292" actId="164"/>
          <ac:spMkLst>
            <pc:docMk/>
            <pc:sldMk cId="399983898" sldId="264"/>
            <ac:spMk id="35" creationId="{3C9C9F5E-78E8-4F9D-EBDD-3A68C7FDD805}"/>
          </ac:spMkLst>
        </pc:spChg>
        <pc:spChg chg="mod topLvl">
          <ac:chgData name="Wai T" userId="803fb5f0506a6e42" providerId="LiveId" clId="{222894FC-9D97-4FAB-ABFB-08828321DD90}" dt="2024-08-05T13:44:51.368" v="19292" actId="164"/>
          <ac:spMkLst>
            <pc:docMk/>
            <pc:sldMk cId="399983898" sldId="264"/>
            <ac:spMk id="36" creationId="{B40872ED-CF7D-D70D-034D-6F22699B2814}"/>
          </ac:spMkLst>
        </pc:spChg>
        <pc:spChg chg="mod topLvl">
          <ac:chgData name="Wai T" userId="803fb5f0506a6e42" providerId="LiveId" clId="{222894FC-9D97-4FAB-ABFB-08828321DD90}" dt="2024-08-05T13:44:51.368" v="19292" actId="164"/>
          <ac:spMkLst>
            <pc:docMk/>
            <pc:sldMk cId="399983898" sldId="264"/>
            <ac:spMk id="37" creationId="{3284A24E-8A01-A1D7-AFA4-F0028689BC35}"/>
          </ac:spMkLst>
        </pc:spChg>
        <pc:spChg chg="mod topLvl">
          <ac:chgData name="Wai T" userId="803fb5f0506a6e42" providerId="LiveId" clId="{222894FC-9D97-4FAB-ABFB-08828321DD90}" dt="2024-08-05T13:44:51.368" v="19292" actId="164"/>
          <ac:spMkLst>
            <pc:docMk/>
            <pc:sldMk cId="399983898" sldId="264"/>
            <ac:spMk id="38" creationId="{BD64B133-C8B1-5FE9-CA1D-59D370565FDB}"/>
          </ac:spMkLst>
        </pc:spChg>
        <pc:spChg chg="mod topLvl">
          <ac:chgData name="Wai T" userId="803fb5f0506a6e42" providerId="LiveId" clId="{222894FC-9D97-4FAB-ABFB-08828321DD90}" dt="2024-08-05T13:44:51.368" v="19292" actId="164"/>
          <ac:spMkLst>
            <pc:docMk/>
            <pc:sldMk cId="399983898" sldId="264"/>
            <ac:spMk id="39" creationId="{96F29C2C-8B8D-C4E4-7941-611E566DF4CC}"/>
          </ac:spMkLst>
        </pc:spChg>
        <pc:spChg chg="mod topLvl">
          <ac:chgData name="Wai T" userId="803fb5f0506a6e42" providerId="LiveId" clId="{222894FC-9D97-4FAB-ABFB-08828321DD90}" dt="2024-08-05T13:44:51.368" v="19292" actId="164"/>
          <ac:spMkLst>
            <pc:docMk/>
            <pc:sldMk cId="399983898" sldId="264"/>
            <ac:spMk id="40" creationId="{226933E9-0828-49B1-10A9-7C287245C0A1}"/>
          </ac:spMkLst>
        </pc:spChg>
        <pc:spChg chg="mod topLvl">
          <ac:chgData name="Wai T" userId="803fb5f0506a6e42" providerId="LiveId" clId="{222894FC-9D97-4FAB-ABFB-08828321DD90}" dt="2024-08-05T13:44:51.368" v="19292" actId="164"/>
          <ac:spMkLst>
            <pc:docMk/>
            <pc:sldMk cId="399983898" sldId="264"/>
            <ac:spMk id="41" creationId="{EDB01507-9C92-E9C8-D295-0C9DAC9338B9}"/>
          </ac:spMkLst>
        </pc:spChg>
        <pc:spChg chg="mod topLvl">
          <ac:chgData name="Wai T" userId="803fb5f0506a6e42" providerId="LiveId" clId="{222894FC-9D97-4FAB-ABFB-08828321DD90}" dt="2024-08-05T13:44:51.368" v="19292" actId="164"/>
          <ac:spMkLst>
            <pc:docMk/>
            <pc:sldMk cId="399983898" sldId="264"/>
            <ac:spMk id="42" creationId="{3EF78476-ABA5-BC19-CF04-C5769889779F}"/>
          </ac:spMkLst>
        </pc:spChg>
        <pc:spChg chg="del mod topLvl">
          <ac:chgData name="Wai T" userId="803fb5f0506a6e42" providerId="LiveId" clId="{222894FC-9D97-4FAB-ABFB-08828321DD90}" dt="2024-08-05T13:41:18.826" v="19259" actId="478"/>
          <ac:spMkLst>
            <pc:docMk/>
            <pc:sldMk cId="399983898" sldId="264"/>
            <ac:spMk id="43" creationId="{F8E4B529-ACCA-9DC4-24B5-FDEF196B5C69}"/>
          </ac:spMkLst>
        </pc:spChg>
        <pc:spChg chg="add mod">
          <ac:chgData name="Wai T" userId="803fb5f0506a6e42" providerId="LiveId" clId="{222894FC-9D97-4FAB-ABFB-08828321DD90}" dt="2024-08-05T13:44:51.368" v="19292" actId="164"/>
          <ac:spMkLst>
            <pc:docMk/>
            <pc:sldMk cId="399983898" sldId="264"/>
            <ac:spMk id="61" creationId="{1EE67FD8-41ED-FE15-CEA2-A39438A57D67}"/>
          </ac:spMkLst>
        </pc:spChg>
        <pc:spChg chg="add mod">
          <ac:chgData name="Wai T" userId="803fb5f0506a6e42" providerId="LiveId" clId="{222894FC-9D97-4FAB-ABFB-08828321DD90}" dt="2024-08-05T13:44:51.368" v="19292" actId="164"/>
          <ac:spMkLst>
            <pc:docMk/>
            <pc:sldMk cId="399983898" sldId="264"/>
            <ac:spMk id="62" creationId="{90E4317B-0CFD-AF11-ECB7-6E9733B0DD6C}"/>
          </ac:spMkLst>
        </pc:spChg>
        <pc:spChg chg="add mod">
          <ac:chgData name="Wai T" userId="803fb5f0506a6e42" providerId="LiveId" clId="{222894FC-9D97-4FAB-ABFB-08828321DD90}" dt="2024-08-05T13:44:51.368" v="19292" actId="164"/>
          <ac:spMkLst>
            <pc:docMk/>
            <pc:sldMk cId="399983898" sldId="264"/>
            <ac:spMk id="63" creationId="{0C6204EB-8D9C-6ED6-0FE7-B0CCD331C75C}"/>
          </ac:spMkLst>
        </pc:spChg>
        <pc:spChg chg="add mod">
          <ac:chgData name="Wai T" userId="803fb5f0506a6e42" providerId="LiveId" clId="{222894FC-9D97-4FAB-ABFB-08828321DD90}" dt="2024-08-05T13:44:51.368" v="19292" actId="164"/>
          <ac:spMkLst>
            <pc:docMk/>
            <pc:sldMk cId="399983898" sldId="264"/>
            <ac:spMk id="64" creationId="{CBB3D985-B856-F717-DB9F-17D12C0434C7}"/>
          </ac:spMkLst>
        </pc:spChg>
        <pc:grpChg chg="add mod">
          <ac:chgData name="Wai T" userId="803fb5f0506a6e42" providerId="LiveId" clId="{222894FC-9D97-4FAB-ABFB-08828321DD90}" dt="2024-08-05T13:48:39.815" v="19317" actId="1076"/>
          <ac:grpSpMkLst>
            <pc:docMk/>
            <pc:sldMk cId="399983898" sldId="264"/>
            <ac:grpSpMk id="25" creationId="{6454A444-8F51-27FC-8316-077D6090E956}"/>
          </ac:grpSpMkLst>
        </pc:grpChg>
        <pc:grpChg chg="add del mod">
          <ac:chgData name="Wai T" userId="803fb5f0506a6e42" providerId="LiveId" clId="{222894FC-9D97-4FAB-ABFB-08828321DD90}" dt="2024-08-05T13:41:09.959" v="19257" actId="165"/>
          <ac:grpSpMkLst>
            <pc:docMk/>
            <pc:sldMk cId="399983898" sldId="264"/>
            <ac:grpSpMk id="26" creationId="{A4DD23B2-A5E5-3BB5-0D27-E7F7858C09D7}"/>
          </ac:grpSpMkLst>
        </pc:grpChg>
        <pc:grpChg chg="add mod">
          <ac:chgData name="Wai T" userId="803fb5f0506a6e42" providerId="LiveId" clId="{222894FC-9D97-4FAB-ABFB-08828321DD90}" dt="2024-08-05T13:45:06.527" v="19295" actId="1076"/>
          <ac:grpSpMkLst>
            <pc:docMk/>
            <pc:sldMk cId="399983898" sldId="264"/>
            <ac:grpSpMk id="65" creationId="{7F89A51D-3CE3-26D2-CBE1-13E20C576787}"/>
          </ac:grpSpMkLst>
        </pc:grpChg>
        <pc:cxnChg chg="add mod">
          <ac:chgData name="Wai T" userId="803fb5f0506a6e42" providerId="LiveId" clId="{222894FC-9D97-4FAB-ABFB-08828321DD90}" dt="2024-08-05T13:47:46.781" v="19304" actId="14100"/>
          <ac:cxnSpMkLst>
            <pc:docMk/>
            <pc:sldMk cId="399983898" sldId="264"/>
            <ac:cxnSpMk id="22" creationId="{6BED2768-4AB8-0C52-A7C2-E35BD43789BF}"/>
          </ac:cxnSpMkLst>
        </pc:cxnChg>
        <pc:cxnChg chg="add mod">
          <ac:chgData name="Wai T" userId="803fb5f0506a6e42" providerId="LiveId" clId="{222894FC-9D97-4FAB-ABFB-08828321DD90}" dt="2024-08-05T13:40:00.496" v="19251" actId="164"/>
          <ac:cxnSpMkLst>
            <pc:docMk/>
            <pc:sldMk cId="399983898" sldId="264"/>
            <ac:cxnSpMk id="24" creationId="{A31FFBFE-55AE-AAD3-EEDA-4130DBF4583C}"/>
          </ac:cxnSpMkLst>
        </pc:cxnChg>
        <pc:cxnChg chg="del mod topLvl">
          <ac:chgData name="Wai T" userId="803fb5f0506a6e42" providerId="LiveId" clId="{222894FC-9D97-4FAB-ABFB-08828321DD90}" dt="2024-08-05T13:41:15.703" v="19258" actId="478"/>
          <ac:cxnSpMkLst>
            <pc:docMk/>
            <pc:sldMk cId="399983898" sldId="264"/>
            <ac:cxnSpMk id="44" creationId="{B8B84C91-821C-3B9A-6CE1-5D35DFDB267C}"/>
          </ac:cxnSpMkLst>
        </pc:cxnChg>
        <pc:cxnChg chg="del mod topLvl">
          <ac:chgData name="Wai T" userId="803fb5f0506a6e42" providerId="LiveId" clId="{222894FC-9D97-4FAB-ABFB-08828321DD90}" dt="2024-08-05T13:41:20.124" v="19260" actId="478"/>
          <ac:cxnSpMkLst>
            <pc:docMk/>
            <pc:sldMk cId="399983898" sldId="264"/>
            <ac:cxnSpMk id="45" creationId="{E4AA1839-9EAC-E82D-23EE-C8A44E38C880}"/>
          </ac:cxnSpMkLst>
        </pc:cxnChg>
        <pc:cxnChg chg="add mod">
          <ac:chgData name="Wai T" userId="803fb5f0506a6e42" providerId="LiveId" clId="{222894FC-9D97-4FAB-ABFB-08828321DD90}" dt="2024-08-05T13:44:51.368" v="19292" actId="164"/>
          <ac:cxnSpMkLst>
            <pc:docMk/>
            <pc:sldMk cId="399983898" sldId="264"/>
            <ac:cxnSpMk id="47" creationId="{DE57B39E-C75D-AE31-DF35-4443FBDCF85B}"/>
          </ac:cxnSpMkLst>
        </pc:cxnChg>
        <pc:cxnChg chg="add mod">
          <ac:chgData name="Wai T" userId="803fb5f0506a6e42" providerId="LiveId" clId="{222894FC-9D97-4FAB-ABFB-08828321DD90}" dt="2024-08-05T13:44:51.368" v="19292" actId="164"/>
          <ac:cxnSpMkLst>
            <pc:docMk/>
            <pc:sldMk cId="399983898" sldId="264"/>
            <ac:cxnSpMk id="48" creationId="{FEFDC57F-4396-8BB8-5BE2-B28E3F94F142}"/>
          </ac:cxnSpMkLst>
        </pc:cxnChg>
        <pc:cxnChg chg="add mod">
          <ac:chgData name="Wai T" userId="803fb5f0506a6e42" providerId="LiveId" clId="{222894FC-9D97-4FAB-ABFB-08828321DD90}" dt="2024-08-05T13:44:51.368" v="19292" actId="164"/>
          <ac:cxnSpMkLst>
            <pc:docMk/>
            <pc:sldMk cId="399983898" sldId="264"/>
            <ac:cxnSpMk id="51" creationId="{143D138B-44C8-E283-8863-78074EE348EA}"/>
          </ac:cxnSpMkLst>
        </pc:cxnChg>
        <pc:cxnChg chg="add mod">
          <ac:chgData name="Wai T" userId="803fb5f0506a6e42" providerId="LiveId" clId="{222894FC-9D97-4FAB-ABFB-08828321DD90}" dt="2024-08-05T13:44:51.368" v="19292" actId="164"/>
          <ac:cxnSpMkLst>
            <pc:docMk/>
            <pc:sldMk cId="399983898" sldId="264"/>
            <ac:cxnSpMk id="54" creationId="{DD9785CE-DA5A-9196-667B-722F3C8B2983}"/>
          </ac:cxnSpMkLst>
        </pc:cxnChg>
        <pc:cxnChg chg="add mod">
          <ac:chgData name="Wai T" userId="803fb5f0506a6e42" providerId="LiveId" clId="{222894FC-9D97-4FAB-ABFB-08828321DD90}" dt="2024-08-05T13:44:51.368" v="19292" actId="164"/>
          <ac:cxnSpMkLst>
            <pc:docMk/>
            <pc:sldMk cId="399983898" sldId="264"/>
            <ac:cxnSpMk id="57" creationId="{ECDCB676-A6DF-D9A4-0785-CEC20486AB26}"/>
          </ac:cxnSpMkLst>
        </pc:cxnChg>
      </pc:sldChg>
      <pc:sldChg chg="addSp delSp modSp new mod modAnim">
        <pc:chgData name="Wai T" userId="803fb5f0506a6e42" providerId="LiveId" clId="{222894FC-9D97-4FAB-ABFB-08828321DD90}" dt="2024-08-05T13:56:28.128" v="19517" actId="20577"/>
        <pc:sldMkLst>
          <pc:docMk/>
          <pc:sldMk cId="2551353858" sldId="265"/>
        </pc:sldMkLst>
        <pc:spChg chg="mod">
          <ac:chgData name="Wai T" userId="803fb5f0506a6e42" providerId="LiveId" clId="{222894FC-9D97-4FAB-ABFB-08828321DD90}" dt="2024-08-05T09:45:53.354" v="17787" actId="20577"/>
          <ac:spMkLst>
            <pc:docMk/>
            <pc:sldMk cId="2551353858" sldId="265"/>
            <ac:spMk id="2" creationId="{8CEFA327-80D3-4AD1-BD1A-A609A23C0EE3}"/>
          </ac:spMkLst>
        </pc:spChg>
        <pc:spChg chg="mod">
          <ac:chgData name="Wai T" userId="803fb5f0506a6e42" providerId="LiveId" clId="{222894FC-9D97-4FAB-ABFB-08828321DD90}" dt="2024-08-05T13:56:28.128" v="19517" actId="20577"/>
          <ac:spMkLst>
            <pc:docMk/>
            <pc:sldMk cId="2551353858" sldId="265"/>
            <ac:spMk id="3" creationId="{5960451B-E7C4-FB2B-191C-9A79A78E1E15}"/>
          </ac:spMkLst>
        </pc:spChg>
        <pc:spChg chg="add mod">
          <ac:chgData name="Wai T" userId="803fb5f0506a6e42" providerId="LiveId" clId="{222894FC-9D97-4FAB-ABFB-08828321DD90}" dt="2024-08-02T09:43:54.288" v="6249" actId="164"/>
          <ac:spMkLst>
            <pc:docMk/>
            <pc:sldMk cId="2551353858" sldId="265"/>
            <ac:spMk id="4" creationId="{C8D21A41-74B8-73D6-4C19-21299903676D}"/>
          </ac:spMkLst>
        </pc:spChg>
        <pc:spChg chg="add mod">
          <ac:chgData name="Wai T" userId="803fb5f0506a6e42" providerId="LiveId" clId="{222894FC-9D97-4FAB-ABFB-08828321DD90}" dt="2024-08-02T09:43:54.288" v="6249" actId="164"/>
          <ac:spMkLst>
            <pc:docMk/>
            <pc:sldMk cId="2551353858" sldId="265"/>
            <ac:spMk id="5" creationId="{8D041FF6-17B8-1AFC-91A2-EFF85CF8BB1D}"/>
          </ac:spMkLst>
        </pc:spChg>
        <pc:spChg chg="add mod">
          <ac:chgData name="Wai T" userId="803fb5f0506a6e42" providerId="LiveId" clId="{222894FC-9D97-4FAB-ABFB-08828321DD90}" dt="2024-08-02T09:43:54.288" v="6249" actId="164"/>
          <ac:spMkLst>
            <pc:docMk/>
            <pc:sldMk cId="2551353858" sldId="265"/>
            <ac:spMk id="6" creationId="{F54C2814-E19F-3E4F-377A-EA124A29FA50}"/>
          </ac:spMkLst>
        </pc:spChg>
        <pc:spChg chg="add del mod">
          <ac:chgData name="Wai T" userId="803fb5f0506a6e42" providerId="LiveId" clId="{222894FC-9D97-4FAB-ABFB-08828321DD90}" dt="2024-08-02T09:43:47.374" v="6245" actId="478"/>
          <ac:spMkLst>
            <pc:docMk/>
            <pc:sldMk cId="2551353858" sldId="265"/>
            <ac:spMk id="7" creationId="{E5DB939F-25B3-54FA-F008-CB03E247E40E}"/>
          </ac:spMkLst>
        </pc:spChg>
        <pc:spChg chg="add del mod">
          <ac:chgData name="Wai T" userId="803fb5f0506a6e42" providerId="LiveId" clId="{222894FC-9D97-4FAB-ABFB-08828321DD90}" dt="2024-08-02T09:43:49.650" v="6247" actId="478"/>
          <ac:spMkLst>
            <pc:docMk/>
            <pc:sldMk cId="2551353858" sldId="265"/>
            <ac:spMk id="8" creationId="{6A29C9B7-5397-E874-88D0-A13BC8F180D7}"/>
          </ac:spMkLst>
        </pc:spChg>
        <pc:spChg chg="mod">
          <ac:chgData name="Wai T" userId="803fb5f0506a6e42" providerId="LiveId" clId="{222894FC-9D97-4FAB-ABFB-08828321DD90}" dt="2024-08-05T09:45:54.432" v="17788"/>
          <ac:spMkLst>
            <pc:docMk/>
            <pc:sldMk cId="2551353858" sldId="265"/>
            <ac:spMk id="8" creationId="{6F23EE09-132B-FD99-CC16-62E76D4D56B5}"/>
          </ac:spMkLst>
        </pc:spChg>
        <pc:spChg chg="add del mod">
          <ac:chgData name="Wai T" userId="803fb5f0506a6e42" providerId="LiveId" clId="{222894FC-9D97-4FAB-ABFB-08828321DD90}" dt="2024-08-02T09:43:48.608" v="6246" actId="478"/>
          <ac:spMkLst>
            <pc:docMk/>
            <pc:sldMk cId="2551353858" sldId="265"/>
            <ac:spMk id="9" creationId="{E87B4FE6-B0DB-AF80-D7DF-C5491465C123}"/>
          </ac:spMkLst>
        </pc:spChg>
        <pc:spChg chg="add del mod">
          <ac:chgData name="Wai T" userId="803fb5f0506a6e42" providerId="LiveId" clId="{222894FC-9D97-4FAB-ABFB-08828321DD90}" dt="2024-08-02T09:43:50.804" v="6248" actId="478"/>
          <ac:spMkLst>
            <pc:docMk/>
            <pc:sldMk cId="2551353858" sldId="265"/>
            <ac:spMk id="12" creationId="{A1C53399-11B9-66AF-B379-54EA105E4CEF}"/>
          </ac:spMkLst>
        </pc:spChg>
        <pc:spChg chg="mod">
          <ac:chgData name="Wai T" userId="803fb5f0506a6e42" providerId="LiveId" clId="{222894FC-9D97-4FAB-ABFB-08828321DD90}" dt="2024-08-05T09:45:54.432" v="17788"/>
          <ac:spMkLst>
            <pc:docMk/>
            <pc:sldMk cId="2551353858" sldId="265"/>
            <ac:spMk id="13" creationId="{725562DD-6E1C-E258-6E9B-91C60F74B3DA}"/>
          </ac:spMkLst>
        </pc:spChg>
        <pc:spChg chg="mod">
          <ac:chgData name="Wai T" userId="803fb5f0506a6e42" providerId="LiveId" clId="{222894FC-9D97-4FAB-ABFB-08828321DD90}" dt="2024-08-02T09:43:56.350" v="6250"/>
          <ac:spMkLst>
            <pc:docMk/>
            <pc:sldMk cId="2551353858" sldId="265"/>
            <ac:spMk id="16" creationId="{98573F59-18C3-590E-A29D-E67FC915F5DF}"/>
          </ac:spMkLst>
        </pc:spChg>
        <pc:spChg chg="mod">
          <ac:chgData name="Wai T" userId="803fb5f0506a6e42" providerId="LiveId" clId="{222894FC-9D97-4FAB-ABFB-08828321DD90}" dt="2024-08-02T09:43:56.350" v="6250"/>
          <ac:spMkLst>
            <pc:docMk/>
            <pc:sldMk cId="2551353858" sldId="265"/>
            <ac:spMk id="17" creationId="{BF1FC5DB-F572-7A0C-29C6-341F866EDA9E}"/>
          </ac:spMkLst>
        </pc:spChg>
        <pc:spChg chg="mod">
          <ac:chgData name="Wai T" userId="803fb5f0506a6e42" providerId="LiveId" clId="{222894FC-9D97-4FAB-ABFB-08828321DD90}" dt="2024-08-02T09:43:56.350" v="6250"/>
          <ac:spMkLst>
            <pc:docMk/>
            <pc:sldMk cId="2551353858" sldId="265"/>
            <ac:spMk id="18" creationId="{7387BA59-248C-7135-97BF-D002DA98FA8C}"/>
          </ac:spMkLst>
        </pc:spChg>
        <pc:spChg chg="mod">
          <ac:chgData name="Wai T" userId="803fb5f0506a6e42" providerId="LiveId" clId="{222894FC-9D97-4FAB-ABFB-08828321DD90}" dt="2024-08-05T09:45:54.432" v="17788"/>
          <ac:spMkLst>
            <pc:docMk/>
            <pc:sldMk cId="2551353858" sldId="265"/>
            <ac:spMk id="21" creationId="{1197A075-0EC3-D6D1-9EAD-5E9A27C63414}"/>
          </ac:spMkLst>
        </pc:spChg>
        <pc:spChg chg="mod">
          <ac:chgData name="Wai T" userId="803fb5f0506a6e42" providerId="LiveId" clId="{222894FC-9D97-4FAB-ABFB-08828321DD90}" dt="2024-08-02T09:44:35.920" v="6259"/>
          <ac:spMkLst>
            <pc:docMk/>
            <pc:sldMk cId="2551353858" sldId="265"/>
            <ac:spMk id="24" creationId="{E16884F5-967F-3798-F9E6-DFDA0CBFA165}"/>
          </ac:spMkLst>
        </pc:spChg>
        <pc:spChg chg="mod">
          <ac:chgData name="Wai T" userId="803fb5f0506a6e42" providerId="LiveId" clId="{222894FC-9D97-4FAB-ABFB-08828321DD90}" dt="2024-08-02T09:44:35.920" v="6259"/>
          <ac:spMkLst>
            <pc:docMk/>
            <pc:sldMk cId="2551353858" sldId="265"/>
            <ac:spMk id="25" creationId="{91BC2F53-9EB1-B4BC-69C0-609260D952E2}"/>
          </ac:spMkLst>
        </pc:spChg>
        <pc:spChg chg="mod">
          <ac:chgData name="Wai T" userId="803fb5f0506a6e42" providerId="LiveId" clId="{222894FC-9D97-4FAB-ABFB-08828321DD90}" dt="2024-08-02T09:44:35.920" v="6259"/>
          <ac:spMkLst>
            <pc:docMk/>
            <pc:sldMk cId="2551353858" sldId="265"/>
            <ac:spMk id="26" creationId="{E64C64A6-150B-9C8C-87E4-8F14B2E060CA}"/>
          </ac:spMkLst>
        </pc:spChg>
        <pc:spChg chg="mod">
          <ac:chgData name="Wai T" userId="803fb5f0506a6e42" providerId="LiveId" clId="{222894FC-9D97-4FAB-ABFB-08828321DD90}" dt="2024-08-05T09:45:54.432" v="17788"/>
          <ac:spMkLst>
            <pc:docMk/>
            <pc:sldMk cId="2551353858" sldId="265"/>
            <ac:spMk id="28" creationId="{4FFBA75D-F0A0-D7D6-2ADB-67FAE48B7F60}"/>
          </ac:spMkLst>
        </pc:spChg>
        <pc:spChg chg="add mod">
          <ac:chgData name="Wai T" userId="803fb5f0506a6e42" providerId="LiveId" clId="{222894FC-9D97-4FAB-ABFB-08828321DD90}" dt="2024-08-02T09:46:49.472" v="6275" actId="1076"/>
          <ac:spMkLst>
            <pc:docMk/>
            <pc:sldMk cId="2551353858" sldId="265"/>
            <ac:spMk id="30" creationId="{8C43A928-9142-ED85-BB89-78E4B7F5F56E}"/>
          </ac:spMkLst>
        </pc:spChg>
        <pc:spChg chg="add mod">
          <ac:chgData name="Wai T" userId="803fb5f0506a6e42" providerId="LiveId" clId="{222894FC-9D97-4FAB-ABFB-08828321DD90}" dt="2024-08-02T09:53:21.707" v="6327" actId="20577"/>
          <ac:spMkLst>
            <pc:docMk/>
            <pc:sldMk cId="2551353858" sldId="265"/>
            <ac:spMk id="34" creationId="{BFC20A31-6884-C1FA-E460-5EF50CB18CF5}"/>
          </ac:spMkLst>
        </pc:spChg>
        <pc:spChg chg="add mod">
          <ac:chgData name="Wai T" userId="803fb5f0506a6e42" providerId="LiveId" clId="{222894FC-9D97-4FAB-ABFB-08828321DD90}" dt="2024-08-02T09:54:20.096" v="6386" actId="20577"/>
          <ac:spMkLst>
            <pc:docMk/>
            <pc:sldMk cId="2551353858" sldId="265"/>
            <ac:spMk id="40" creationId="{A90121AA-7D2D-66D2-EBF9-8C9D559E924A}"/>
          </ac:spMkLst>
        </pc:spChg>
        <pc:grpChg chg="add mod">
          <ac:chgData name="Wai T" userId="803fb5f0506a6e42" providerId="LiveId" clId="{222894FC-9D97-4FAB-ABFB-08828321DD90}" dt="2024-08-05T09:45:57.870" v="17789" actId="1076"/>
          <ac:grpSpMkLst>
            <pc:docMk/>
            <pc:sldMk cId="2551353858" sldId="265"/>
            <ac:grpSpMk id="7" creationId="{AFCBE4FB-6E11-66F6-5107-D5B8ED49D09E}"/>
          </ac:grpSpMkLst>
        </pc:grpChg>
        <pc:grpChg chg="mod">
          <ac:chgData name="Wai T" userId="803fb5f0506a6e42" providerId="LiveId" clId="{222894FC-9D97-4FAB-ABFB-08828321DD90}" dt="2024-08-05T09:45:54.432" v="17788"/>
          <ac:grpSpMkLst>
            <pc:docMk/>
            <pc:sldMk cId="2551353858" sldId="265"/>
            <ac:grpSpMk id="9" creationId="{6CD0C51F-FAE1-82F8-A6CC-C5A5C712BD93}"/>
          </ac:grpSpMkLst>
        </pc:grpChg>
        <pc:grpChg chg="mod">
          <ac:chgData name="Wai T" userId="803fb5f0506a6e42" providerId="LiveId" clId="{222894FC-9D97-4FAB-ABFB-08828321DD90}" dt="2024-08-05T09:45:54.432" v="17788"/>
          <ac:grpSpMkLst>
            <pc:docMk/>
            <pc:sldMk cId="2551353858" sldId="265"/>
            <ac:grpSpMk id="10" creationId="{D6CDF41D-B397-C265-3A31-CDF2DFC85C58}"/>
          </ac:grpSpMkLst>
        </pc:grpChg>
        <pc:grpChg chg="mod">
          <ac:chgData name="Wai T" userId="803fb5f0506a6e42" providerId="LiveId" clId="{222894FC-9D97-4FAB-ABFB-08828321DD90}" dt="2024-08-05T09:45:54.432" v="17788"/>
          <ac:grpSpMkLst>
            <pc:docMk/>
            <pc:sldMk cId="2551353858" sldId="265"/>
            <ac:grpSpMk id="12" creationId="{D057B97B-FD86-9FB6-345E-DEF99E5C7867}"/>
          </ac:grpSpMkLst>
        </pc:grpChg>
        <pc:grpChg chg="add mod">
          <ac:chgData name="Wai T" userId="803fb5f0506a6e42" providerId="LiveId" clId="{222894FC-9D97-4FAB-ABFB-08828321DD90}" dt="2024-08-02T09:46:49.472" v="6275" actId="1076"/>
          <ac:grpSpMkLst>
            <pc:docMk/>
            <pc:sldMk cId="2551353858" sldId="265"/>
            <ac:grpSpMk id="14" creationId="{527CF5BF-0989-8C01-DFA0-91748617D2EE}"/>
          </ac:grpSpMkLst>
        </pc:grpChg>
        <pc:grpChg chg="add mod">
          <ac:chgData name="Wai T" userId="803fb5f0506a6e42" providerId="LiveId" clId="{222894FC-9D97-4FAB-ABFB-08828321DD90}" dt="2024-08-02T09:46:49.472" v="6275" actId="1076"/>
          <ac:grpSpMkLst>
            <pc:docMk/>
            <pc:sldMk cId="2551353858" sldId="265"/>
            <ac:grpSpMk id="15" creationId="{99F5D8D3-8808-9B73-7909-D4D1297D7354}"/>
          </ac:grpSpMkLst>
        </pc:grpChg>
        <pc:grpChg chg="add mod">
          <ac:chgData name="Wai T" userId="803fb5f0506a6e42" providerId="LiveId" clId="{222894FC-9D97-4FAB-ABFB-08828321DD90}" dt="2024-08-02T09:46:49.472" v="6275" actId="1076"/>
          <ac:grpSpMkLst>
            <pc:docMk/>
            <pc:sldMk cId="2551353858" sldId="265"/>
            <ac:grpSpMk id="23" creationId="{34825148-5B37-8DF2-8A3F-6D7657F654DF}"/>
          </ac:grpSpMkLst>
        </pc:grpChg>
        <pc:cxnChg chg="add mod">
          <ac:chgData name="Wai T" userId="803fb5f0506a6e42" providerId="LiveId" clId="{222894FC-9D97-4FAB-ABFB-08828321DD90}" dt="2024-08-02T09:46:49.472" v="6275" actId="1076"/>
          <ac:cxnSpMkLst>
            <pc:docMk/>
            <pc:sldMk cId="2551353858" sldId="265"/>
            <ac:cxnSpMk id="11" creationId="{FF8529F2-1189-6E68-91E8-0C9B8CCC83C2}"/>
          </ac:cxnSpMkLst>
        </pc:cxnChg>
        <pc:cxnChg chg="add del mod">
          <ac:chgData name="Wai T" userId="803fb5f0506a6e42" providerId="LiveId" clId="{222894FC-9D97-4FAB-ABFB-08828321DD90}" dt="2024-08-02T09:43:45.671" v="6244" actId="478"/>
          <ac:cxnSpMkLst>
            <pc:docMk/>
            <pc:sldMk cId="2551353858" sldId="265"/>
            <ac:cxnSpMk id="13" creationId="{6202847A-BBDA-525D-D207-132017AAB624}"/>
          </ac:cxnSpMkLst>
        </pc:cxnChg>
        <pc:cxnChg chg="mod">
          <ac:chgData name="Wai T" userId="803fb5f0506a6e42" providerId="LiveId" clId="{222894FC-9D97-4FAB-ABFB-08828321DD90}" dt="2024-08-02T09:46:49.472" v="6275" actId="1076"/>
          <ac:cxnSpMkLst>
            <pc:docMk/>
            <pc:sldMk cId="2551353858" sldId="265"/>
            <ac:cxnSpMk id="19" creationId="{E36AA575-507F-290A-3B66-96BB06A2710B}"/>
          </ac:cxnSpMkLst>
        </pc:cxnChg>
        <pc:cxnChg chg="mod">
          <ac:chgData name="Wai T" userId="803fb5f0506a6e42" providerId="LiveId" clId="{222894FC-9D97-4FAB-ABFB-08828321DD90}" dt="2024-08-05T09:45:54.432" v="17788"/>
          <ac:cxnSpMkLst>
            <pc:docMk/>
            <pc:sldMk cId="2551353858" sldId="265"/>
            <ac:cxnSpMk id="20" creationId="{0FA14FBA-AC54-146A-E402-06A676A79469}"/>
          </ac:cxnSpMkLst>
        </pc:cxnChg>
        <pc:cxnChg chg="mod">
          <ac:chgData name="Wai T" userId="803fb5f0506a6e42" providerId="LiveId" clId="{222894FC-9D97-4FAB-ABFB-08828321DD90}" dt="2024-08-05T09:45:54.432" v="17788"/>
          <ac:cxnSpMkLst>
            <pc:docMk/>
            <pc:sldMk cId="2551353858" sldId="265"/>
            <ac:cxnSpMk id="22" creationId="{08DE6F5F-CB37-9194-DF7F-1F30E7125265}"/>
          </ac:cxnSpMkLst>
        </pc:cxnChg>
        <pc:cxnChg chg="mod">
          <ac:chgData name="Wai T" userId="803fb5f0506a6e42" providerId="LiveId" clId="{222894FC-9D97-4FAB-ABFB-08828321DD90}" dt="2024-08-02T09:47:08.176" v="6277" actId="14100"/>
          <ac:cxnSpMkLst>
            <pc:docMk/>
            <pc:sldMk cId="2551353858" sldId="265"/>
            <ac:cxnSpMk id="27" creationId="{2609B186-CFEA-98D9-7508-1A91AFCF4844}"/>
          </ac:cxnSpMkLst>
        </pc:cxnChg>
        <pc:cxnChg chg="mod">
          <ac:chgData name="Wai T" userId="803fb5f0506a6e42" providerId="LiveId" clId="{222894FC-9D97-4FAB-ABFB-08828321DD90}" dt="2024-08-05T09:45:54.432" v="17788"/>
          <ac:cxnSpMkLst>
            <pc:docMk/>
            <pc:sldMk cId="2551353858" sldId="265"/>
            <ac:cxnSpMk id="29" creationId="{11E264ED-0AF4-F228-EEA6-045A3CFA5AF5}"/>
          </ac:cxnSpMkLst>
        </pc:cxnChg>
        <pc:cxnChg chg="add mod">
          <ac:chgData name="Wai T" userId="803fb5f0506a6e42" providerId="LiveId" clId="{222894FC-9D97-4FAB-ABFB-08828321DD90}" dt="2024-08-02T09:53:37.637" v="6330" actId="14100"/>
          <ac:cxnSpMkLst>
            <pc:docMk/>
            <pc:sldMk cId="2551353858" sldId="265"/>
            <ac:cxnSpMk id="36" creationId="{B9A24445-742B-AC06-833E-D7D5088D6915}"/>
          </ac:cxnSpMkLst>
        </pc:cxnChg>
        <pc:cxnChg chg="add">
          <ac:chgData name="Wai T" userId="803fb5f0506a6e42" providerId="LiveId" clId="{222894FC-9D97-4FAB-ABFB-08828321DD90}" dt="2024-08-02T09:53:34.846" v="6329" actId="11529"/>
          <ac:cxnSpMkLst>
            <pc:docMk/>
            <pc:sldMk cId="2551353858" sldId="265"/>
            <ac:cxnSpMk id="38" creationId="{919AA5E0-59D3-E480-C51E-286808DD9CA7}"/>
          </ac:cxnSpMkLst>
        </pc:cxnChg>
      </pc:sldChg>
      <pc:sldChg chg="addSp delSp modSp new mod setBg modAnim">
        <pc:chgData name="Wai T" userId="803fb5f0506a6e42" providerId="LiveId" clId="{222894FC-9D97-4FAB-ABFB-08828321DD90}" dt="2024-08-05T13:57:46.375" v="19520"/>
        <pc:sldMkLst>
          <pc:docMk/>
          <pc:sldMk cId="3099985525" sldId="266"/>
        </pc:sldMkLst>
        <pc:spChg chg="mod">
          <ac:chgData name="Wai T" userId="803fb5f0506a6e42" providerId="LiveId" clId="{222894FC-9D97-4FAB-ABFB-08828321DD90}" dt="2024-08-02T09:55:10.365" v="6421" actId="20577"/>
          <ac:spMkLst>
            <pc:docMk/>
            <pc:sldMk cId="3099985525" sldId="266"/>
            <ac:spMk id="2" creationId="{C4795CEF-DC13-DA8F-90CC-349C1092E48D}"/>
          </ac:spMkLst>
        </pc:spChg>
        <pc:spChg chg="del">
          <ac:chgData name="Wai T" userId="803fb5f0506a6e42" providerId="LiveId" clId="{222894FC-9D97-4FAB-ABFB-08828321DD90}" dt="2024-08-02T09:54:54.849" v="6388" actId="478"/>
          <ac:spMkLst>
            <pc:docMk/>
            <pc:sldMk cId="3099985525" sldId="266"/>
            <ac:spMk id="3" creationId="{3D5ECCD8-BB08-692E-843D-763AEA02374F}"/>
          </ac:spMkLst>
        </pc:spChg>
        <pc:spChg chg="mod">
          <ac:chgData name="Wai T" userId="803fb5f0506a6e42" providerId="LiveId" clId="{222894FC-9D97-4FAB-ABFB-08828321DD90}" dt="2024-08-02T09:54:55.286" v="6389"/>
          <ac:spMkLst>
            <pc:docMk/>
            <pc:sldMk cId="3099985525" sldId="266"/>
            <ac:spMk id="5" creationId="{009082ED-C381-4817-1E6A-FCCB15DD53F2}"/>
          </ac:spMkLst>
        </pc:spChg>
        <pc:spChg chg="mod">
          <ac:chgData name="Wai T" userId="803fb5f0506a6e42" providerId="LiveId" clId="{222894FC-9D97-4FAB-ABFB-08828321DD90}" dt="2024-08-02T09:54:55.286" v="6389"/>
          <ac:spMkLst>
            <pc:docMk/>
            <pc:sldMk cId="3099985525" sldId="266"/>
            <ac:spMk id="6" creationId="{96955671-8E75-C53A-38DF-2ACE5190E21B}"/>
          </ac:spMkLst>
        </pc:spChg>
        <pc:spChg chg="mod">
          <ac:chgData name="Wai T" userId="803fb5f0506a6e42" providerId="LiveId" clId="{222894FC-9D97-4FAB-ABFB-08828321DD90}" dt="2024-08-02T09:54:55.286" v="6389"/>
          <ac:spMkLst>
            <pc:docMk/>
            <pc:sldMk cId="3099985525" sldId="266"/>
            <ac:spMk id="7" creationId="{FE8CD382-306A-E540-C115-785FECED6770}"/>
          </ac:spMkLst>
        </pc:spChg>
        <pc:spChg chg="mod">
          <ac:chgData name="Wai T" userId="803fb5f0506a6e42" providerId="LiveId" clId="{222894FC-9D97-4FAB-ABFB-08828321DD90}" dt="2024-08-02T09:54:55.286" v="6389"/>
          <ac:spMkLst>
            <pc:docMk/>
            <pc:sldMk cId="3099985525" sldId="266"/>
            <ac:spMk id="10" creationId="{065D65CD-02CC-F81A-5221-2F4BCF6F1ED0}"/>
          </ac:spMkLst>
        </pc:spChg>
        <pc:spChg chg="mod">
          <ac:chgData name="Wai T" userId="803fb5f0506a6e42" providerId="LiveId" clId="{222894FC-9D97-4FAB-ABFB-08828321DD90}" dt="2024-08-02T09:54:55.286" v="6389"/>
          <ac:spMkLst>
            <pc:docMk/>
            <pc:sldMk cId="3099985525" sldId="266"/>
            <ac:spMk id="11" creationId="{BAA4D4D6-3CF3-98AE-8881-F818C5C60ECF}"/>
          </ac:spMkLst>
        </pc:spChg>
        <pc:spChg chg="mod">
          <ac:chgData name="Wai T" userId="803fb5f0506a6e42" providerId="LiveId" clId="{222894FC-9D97-4FAB-ABFB-08828321DD90}" dt="2024-08-02T09:54:55.286" v="6389"/>
          <ac:spMkLst>
            <pc:docMk/>
            <pc:sldMk cId="3099985525" sldId="266"/>
            <ac:spMk id="12" creationId="{3881AD0E-527D-A5C1-48CC-79BAE83457AE}"/>
          </ac:spMkLst>
        </pc:spChg>
        <pc:spChg chg="mod">
          <ac:chgData name="Wai T" userId="803fb5f0506a6e42" providerId="LiveId" clId="{222894FC-9D97-4FAB-ABFB-08828321DD90}" dt="2024-08-02T09:54:55.286" v="6389"/>
          <ac:spMkLst>
            <pc:docMk/>
            <pc:sldMk cId="3099985525" sldId="266"/>
            <ac:spMk id="15" creationId="{471FC967-DC41-4C33-6108-8F3A01AD50BE}"/>
          </ac:spMkLst>
        </pc:spChg>
        <pc:spChg chg="mod">
          <ac:chgData name="Wai T" userId="803fb5f0506a6e42" providerId="LiveId" clId="{222894FC-9D97-4FAB-ABFB-08828321DD90}" dt="2024-08-02T09:54:55.286" v="6389"/>
          <ac:spMkLst>
            <pc:docMk/>
            <pc:sldMk cId="3099985525" sldId="266"/>
            <ac:spMk id="16" creationId="{38C40CA4-AB6E-9CAF-3B0A-7A869704F181}"/>
          </ac:spMkLst>
        </pc:spChg>
        <pc:spChg chg="mod">
          <ac:chgData name="Wai T" userId="803fb5f0506a6e42" providerId="LiveId" clId="{222894FC-9D97-4FAB-ABFB-08828321DD90}" dt="2024-08-02T09:54:55.286" v="6389"/>
          <ac:spMkLst>
            <pc:docMk/>
            <pc:sldMk cId="3099985525" sldId="266"/>
            <ac:spMk id="17" creationId="{83C727D1-31CB-8F89-413B-96845FDD3A82}"/>
          </ac:spMkLst>
        </pc:spChg>
        <pc:spChg chg="add mod">
          <ac:chgData name="Wai T" userId="803fb5f0506a6e42" providerId="LiveId" clId="{222894FC-9D97-4FAB-ABFB-08828321DD90}" dt="2024-08-02T09:55:23.536" v="6424" actId="1076"/>
          <ac:spMkLst>
            <pc:docMk/>
            <pc:sldMk cId="3099985525" sldId="266"/>
            <ac:spMk id="19" creationId="{39D9BFE1-A540-34C7-4465-DA27CA6A617E}"/>
          </ac:spMkLst>
        </pc:spChg>
        <pc:spChg chg="mod">
          <ac:chgData name="Wai T" userId="803fb5f0506a6e42" providerId="LiveId" clId="{222894FC-9D97-4FAB-ABFB-08828321DD90}" dt="2024-08-02T09:57:38.919" v="6531" actId="207"/>
          <ac:spMkLst>
            <pc:docMk/>
            <pc:sldMk cId="3099985525" sldId="266"/>
            <ac:spMk id="24" creationId="{B4C013C6-AB20-3809-747F-55882F3AAAE8}"/>
          </ac:spMkLst>
        </pc:spChg>
        <pc:spChg chg="mod">
          <ac:chgData name="Wai T" userId="803fb5f0506a6e42" providerId="LiveId" clId="{222894FC-9D97-4FAB-ABFB-08828321DD90}" dt="2024-08-02T09:57:49.256" v="6555" actId="207"/>
          <ac:spMkLst>
            <pc:docMk/>
            <pc:sldMk cId="3099985525" sldId="266"/>
            <ac:spMk id="25" creationId="{131D2771-F0DC-D361-EB9D-5948DA435970}"/>
          </ac:spMkLst>
        </pc:spChg>
        <pc:spChg chg="mod">
          <ac:chgData name="Wai T" userId="803fb5f0506a6e42" providerId="LiveId" clId="{222894FC-9D97-4FAB-ABFB-08828321DD90}" dt="2024-08-02T09:57:49.256" v="6555" actId="207"/>
          <ac:spMkLst>
            <pc:docMk/>
            <pc:sldMk cId="3099985525" sldId="266"/>
            <ac:spMk id="26" creationId="{98EA89E6-42CC-E8D7-2BDD-9215A3945B06}"/>
          </ac:spMkLst>
        </pc:spChg>
        <pc:spChg chg="add mod">
          <ac:chgData name="Wai T" userId="803fb5f0506a6e42" providerId="LiveId" clId="{222894FC-9D97-4FAB-ABFB-08828321DD90}" dt="2024-08-05T13:57:37.957" v="19518" actId="164"/>
          <ac:spMkLst>
            <pc:docMk/>
            <pc:sldMk cId="3099985525" sldId="266"/>
            <ac:spMk id="34" creationId="{0D75C0CF-3BE0-726F-C93A-D8161BC932AE}"/>
          </ac:spMkLst>
        </pc:spChg>
        <pc:spChg chg="add mod">
          <ac:chgData name="Wai T" userId="803fb5f0506a6e42" providerId="LiveId" clId="{222894FC-9D97-4FAB-ABFB-08828321DD90}" dt="2024-08-02T10:04:01.579" v="6684" actId="20577"/>
          <ac:spMkLst>
            <pc:docMk/>
            <pc:sldMk cId="3099985525" sldId="266"/>
            <ac:spMk id="35" creationId="{157D6614-6ABC-FDA5-9E93-3EC0D3C48A1A}"/>
          </ac:spMkLst>
        </pc:spChg>
        <pc:grpChg chg="add mod">
          <ac:chgData name="Wai T" userId="803fb5f0506a6e42" providerId="LiveId" clId="{222894FC-9D97-4FAB-ABFB-08828321DD90}" dt="2024-08-05T13:57:37.957" v="19518" actId="164"/>
          <ac:grpSpMkLst>
            <pc:docMk/>
            <pc:sldMk cId="3099985525" sldId="266"/>
            <ac:grpSpMk id="3" creationId="{5ED8523B-8ECE-C9FE-4BD9-EB034BA1888D}"/>
          </ac:grpSpMkLst>
        </pc:grpChg>
        <pc:grpChg chg="add mod">
          <ac:chgData name="Wai T" userId="803fb5f0506a6e42" providerId="LiveId" clId="{222894FC-9D97-4FAB-ABFB-08828321DD90}" dt="2024-08-02T09:55:23.536" v="6424" actId="1076"/>
          <ac:grpSpMkLst>
            <pc:docMk/>
            <pc:sldMk cId="3099985525" sldId="266"/>
            <ac:grpSpMk id="4" creationId="{15CC6284-4AB2-335E-FCE1-A787FDE827BF}"/>
          </ac:grpSpMkLst>
        </pc:grpChg>
        <pc:grpChg chg="add mod">
          <ac:chgData name="Wai T" userId="803fb5f0506a6e42" providerId="LiveId" clId="{222894FC-9D97-4FAB-ABFB-08828321DD90}" dt="2024-08-02T09:55:23.536" v="6424" actId="1076"/>
          <ac:grpSpMkLst>
            <pc:docMk/>
            <pc:sldMk cId="3099985525" sldId="266"/>
            <ac:grpSpMk id="9" creationId="{6FF4391F-3E1B-68A1-2B7F-E7D2A0E1A46E}"/>
          </ac:grpSpMkLst>
        </pc:grpChg>
        <pc:grpChg chg="add mod">
          <ac:chgData name="Wai T" userId="803fb5f0506a6e42" providerId="LiveId" clId="{222894FC-9D97-4FAB-ABFB-08828321DD90}" dt="2024-08-02T09:55:23.536" v="6424" actId="1076"/>
          <ac:grpSpMkLst>
            <pc:docMk/>
            <pc:sldMk cId="3099985525" sldId="266"/>
            <ac:grpSpMk id="14" creationId="{C63B511E-4F98-049D-DF29-4CA7846729C5}"/>
          </ac:grpSpMkLst>
        </pc:grpChg>
        <pc:grpChg chg="add mod">
          <ac:chgData name="Wai T" userId="803fb5f0506a6e42" providerId="LiveId" clId="{222894FC-9D97-4FAB-ABFB-08828321DD90}" dt="2024-08-05T13:57:37.957" v="19518" actId="164"/>
          <ac:grpSpMkLst>
            <pc:docMk/>
            <pc:sldMk cId="3099985525" sldId="266"/>
            <ac:grpSpMk id="23" creationId="{FBE6CB83-5F86-FF77-CB97-7E83D84A7DAC}"/>
          </ac:grpSpMkLst>
        </pc:grpChg>
        <pc:cxnChg chg="mod">
          <ac:chgData name="Wai T" userId="803fb5f0506a6e42" providerId="LiveId" clId="{222894FC-9D97-4FAB-ABFB-08828321DD90}" dt="2024-08-02T09:55:23.536" v="6424" actId="1076"/>
          <ac:cxnSpMkLst>
            <pc:docMk/>
            <pc:sldMk cId="3099985525" sldId="266"/>
            <ac:cxnSpMk id="8" creationId="{6F52E7C8-E996-CB0F-3D4A-42EC188A7702}"/>
          </ac:cxnSpMkLst>
        </pc:cxnChg>
        <pc:cxnChg chg="mod">
          <ac:chgData name="Wai T" userId="803fb5f0506a6e42" providerId="LiveId" clId="{222894FC-9D97-4FAB-ABFB-08828321DD90}" dt="2024-08-02T09:55:23.536" v="6424" actId="1076"/>
          <ac:cxnSpMkLst>
            <pc:docMk/>
            <pc:sldMk cId="3099985525" sldId="266"/>
            <ac:cxnSpMk id="13" creationId="{8E45664F-3981-D4CA-E28A-3A4DC3E07EC3}"/>
          </ac:cxnSpMkLst>
        </pc:cxnChg>
        <pc:cxnChg chg="mod">
          <ac:chgData name="Wai T" userId="803fb5f0506a6e42" providerId="LiveId" clId="{222894FC-9D97-4FAB-ABFB-08828321DD90}" dt="2024-08-02T09:55:23.536" v="6424" actId="1076"/>
          <ac:cxnSpMkLst>
            <pc:docMk/>
            <pc:sldMk cId="3099985525" sldId="266"/>
            <ac:cxnSpMk id="18" creationId="{454C512B-C43C-7B14-1021-57A75E06891D}"/>
          </ac:cxnSpMkLst>
        </pc:cxnChg>
        <pc:cxnChg chg="add del mod">
          <ac:chgData name="Wai T" userId="803fb5f0506a6e42" providerId="LiveId" clId="{222894FC-9D97-4FAB-ABFB-08828321DD90}" dt="2024-08-02T09:55:16.597" v="6423" actId="478"/>
          <ac:cxnSpMkLst>
            <pc:docMk/>
            <pc:sldMk cId="3099985525" sldId="266"/>
            <ac:cxnSpMk id="20" creationId="{2A395B9D-0299-DB0C-D758-64388AB28DD2}"/>
          </ac:cxnSpMkLst>
        </pc:cxnChg>
        <pc:cxnChg chg="add del mod">
          <ac:chgData name="Wai T" userId="803fb5f0506a6e42" providerId="LiveId" clId="{222894FC-9D97-4FAB-ABFB-08828321DD90}" dt="2024-08-02T09:55:13.630" v="6422" actId="478"/>
          <ac:cxnSpMkLst>
            <pc:docMk/>
            <pc:sldMk cId="3099985525" sldId="266"/>
            <ac:cxnSpMk id="21" creationId="{65CC7F75-BCB7-3145-7B82-F9E418E2F95A}"/>
          </ac:cxnSpMkLst>
        </pc:cxnChg>
        <pc:cxnChg chg="del mod">
          <ac:chgData name="Wai T" userId="803fb5f0506a6e42" providerId="LiveId" clId="{222894FC-9D97-4FAB-ABFB-08828321DD90}" dt="2024-08-02T09:55:39.469" v="6428" actId="478"/>
          <ac:cxnSpMkLst>
            <pc:docMk/>
            <pc:sldMk cId="3099985525" sldId="266"/>
            <ac:cxnSpMk id="27" creationId="{E0CF4BB5-922A-7EFD-D0DD-3A283F1FEE79}"/>
          </ac:cxnSpMkLst>
        </pc:cxnChg>
        <pc:cxnChg chg="add mod">
          <ac:chgData name="Wai T" userId="803fb5f0506a6e42" providerId="LiveId" clId="{222894FC-9D97-4FAB-ABFB-08828321DD90}" dt="2024-08-05T13:57:37.957" v="19518" actId="164"/>
          <ac:cxnSpMkLst>
            <pc:docMk/>
            <pc:sldMk cId="3099985525" sldId="266"/>
            <ac:cxnSpMk id="28" creationId="{6F9F2AB8-2116-EC13-8945-174F1E847CFF}"/>
          </ac:cxnSpMkLst>
        </pc:cxnChg>
        <pc:cxnChg chg="add mod">
          <ac:chgData name="Wai T" userId="803fb5f0506a6e42" providerId="LiveId" clId="{222894FC-9D97-4FAB-ABFB-08828321DD90}" dt="2024-08-05T13:57:37.957" v="19518" actId="164"/>
          <ac:cxnSpMkLst>
            <pc:docMk/>
            <pc:sldMk cId="3099985525" sldId="266"/>
            <ac:cxnSpMk id="31" creationId="{DE5B85B2-E83E-B4D6-E5B4-3F31AEC6CECB}"/>
          </ac:cxnSpMkLst>
        </pc:cxnChg>
      </pc:sldChg>
      <pc:sldChg chg="addSp delSp modSp add mod modAnim">
        <pc:chgData name="Wai T" userId="803fb5f0506a6e42" providerId="LiveId" clId="{222894FC-9D97-4FAB-ABFB-08828321DD90}" dt="2024-08-05T15:55:49.625" v="22042"/>
        <pc:sldMkLst>
          <pc:docMk/>
          <pc:sldMk cId="3466920690" sldId="267"/>
        </pc:sldMkLst>
        <pc:spChg chg="mod">
          <ac:chgData name="Wai T" userId="803fb5f0506a6e42" providerId="LiveId" clId="{222894FC-9D97-4FAB-ABFB-08828321DD90}" dt="2024-08-02T10:00:08.804" v="6565" actId="20577"/>
          <ac:spMkLst>
            <pc:docMk/>
            <pc:sldMk cId="3466920690" sldId="267"/>
            <ac:spMk id="2" creationId="{C4795CEF-DC13-DA8F-90CC-349C1092E48D}"/>
          </ac:spMkLst>
        </pc:spChg>
        <pc:spChg chg="add mod">
          <ac:chgData name="Wai T" userId="803fb5f0506a6e42" providerId="LiveId" clId="{222894FC-9D97-4FAB-ABFB-08828321DD90}" dt="2024-08-02T10:00:23.981" v="6570" actId="1076"/>
          <ac:spMkLst>
            <pc:docMk/>
            <pc:sldMk cId="3466920690" sldId="267"/>
            <ac:spMk id="3" creationId="{61761AB8-DDA8-8744-F398-BF415A0299EC}"/>
          </ac:spMkLst>
        </pc:spChg>
        <pc:spChg chg="add mod">
          <ac:chgData name="Wai T" userId="803fb5f0506a6e42" providerId="LiveId" clId="{222894FC-9D97-4FAB-ABFB-08828321DD90}" dt="2024-08-02T10:04:37.283" v="6719" actId="20577"/>
          <ac:spMkLst>
            <pc:docMk/>
            <pc:sldMk cId="3466920690" sldId="267"/>
            <ac:spMk id="27" creationId="{C4B02BAD-4C6D-1412-8BA5-F5771967DF33}"/>
          </ac:spMkLst>
        </pc:spChg>
        <pc:grpChg chg="del">
          <ac:chgData name="Wai T" userId="803fb5f0506a6e42" providerId="LiveId" clId="{222894FC-9D97-4FAB-ABFB-08828321DD90}" dt="2024-08-02T10:00:13.985" v="6566" actId="478"/>
          <ac:grpSpMkLst>
            <pc:docMk/>
            <pc:sldMk cId="3466920690" sldId="267"/>
            <ac:grpSpMk id="23" creationId="{FBE6CB83-5F86-FF77-CB97-7E83D84A7DAC}"/>
          </ac:grpSpMkLst>
        </pc:grpChg>
        <pc:cxnChg chg="add mod">
          <ac:chgData name="Wai T" userId="803fb5f0506a6e42" providerId="LiveId" clId="{222894FC-9D97-4FAB-ABFB-08828321DD90}" dt="2024-08-02T10:01:01.969" v="6573" actId="692"/>
          <ac:cxnSpMkLst>
            <pc:docMk/>
            <pc:sldMk cId="3466920690" sldId="267"/>
            <ac:cxnSpMk id="21" creationId="{1320FB0B-357A-0A2B-C7B1-DA2476424C1E}"/>
          </ac:cxnSpMkLst>
        </pc:cxnChg>
        <pc:cxnChg chg="del mod">
          <ac:chgData name="Wai T" userId="803fb5f0506a6e42" providerId="LiveId" clId="{222894FC-9D97-4FAB-ABFB-08828321DD90}" dt="2024-08-02T10:00:16.887" v="6568" actId="478"/>
          <ac:cxnSpMkLst>
            <pc:docMk/>
            <pc:sldMk cId="3466920690" sldId="267"/>
            <ac:cxnSpMk id="28" creationId="{6F9F2AB8-2116-EC13-8945-174F1E847CFF}"/>
          </ac:cxnSpMkLst>
        </pc:cxnChg>
        <pc:cxnChg chg="del mod">
          <ac:chgData name="Wai T" userId="803fb5f0506a6e42" providerId="LiveId" clId="{222894FC-9D97-4FAB-ABFB-08828321DD90}" dt="2024-08-02T10:00:15.123" v="6567" actId="478"/>
          <ac:cxnSpMkLst>
            <pc:docMk/>
            <pc:sldMk cId="3466920690" sldId="267"/>
            <ac:cxnSpMk id="31" creationId="{DE5B85B2-E83E-B4D6-E5B4-3F31AEC6CECB}"/>
          </ac:cxnSpMkLst>
        </pc:cxnChg>
      </pc:sldChg>
      <pc:sldChg chg="addSp modSp new mod">
        <pc:chgData name="Wai T" userId="803fb5f0506a6e42" providerId="LiveId" clId="{222894FC-9D97-4FAB-ABFB-08828321DD90}" dt="2024-08-05T09:43:22.606" v="17777" actId="6549"/>
        <pc:sldMkLst>
          <pc:docMk/>
          <pc:sldMk cId="2547183258" sldId="268"/>
        </pc:sldMkLst>
        <pc:spChg chg="mod">
          <ac:chgData name="Wai T" userId="803fb5f0506a6e42" providerId="LiveId" clId="{222894FC-9D97-4FAB-ABFB-08828321DD90}" dt="2024-08-02T10:05:35.024" v="6775" actId="20577"/>
          <ac:spMkLst>
            <pc:docMk/>
            <pc:sldMk cId="2547183258" sldId="268"/>
            <ac:spMk id="2" creationId="{8A6B9C1D-3230-9E04-C0F4-3F138460BEC6}"/>
          </ac:spMkLst>
        </pc:spChg>
        <pc:spChg chg="mod">
          <ac:chgData name="Wai T" userId="803fb5f0506a6e42" providerId="LiveId" clId="{222894FC-9D97-4FAB-ABFB-08828321DD90}" dt="2024-08-02T10:06:24.912" v="6824" actId="27636"/>
          <ac:spMkLst>
            <pc:docMk/>
            <pc:sldMk cId="2547183258" sldId="268"/>
            <ac:spMk id="3" creationId="{8373AD53-5395-2130-369C-AAAA71E59CBB}"/>
          </ac:spMkLst>
        </pc:spChg>
        <pc:spChg chg="add mod">
          <ac:chgData name="Wai T" userId="803fb5f0506a6e42" providerId="LiveId" clId="{222894FC-9D97-4FAB-ABFB-08828321DD90}" dt="2024-08-05T09:43:22.606" v="17777" actId="6549"/>
          <ac:spMkLst>
            <pc:docMk/>
            <pc:sldMk cId="2547183258" sldId="268"/>
            <ac:spMk id="4" creationId="{F0732D10-180B-0358-4728-367BABD6C48A}"/>
          </ac:spMkLst>
        </pc:spChg>
      </pc:sldChg>
      <pc:sldChg chg="modSp add del mod">
        <pc:chgData name="Wai T" userId="803fb5f0506a6e42" providerId="LiveId" clId="{222894FC-9D97-4FAB-ABFB-08828321DD90}" dt="2024-08-02T10:13:27.864" v="7059" actId="47"/>
        <pc:sldMkLst>
          <pc:docMk/>
          <pc:sldMk cId="2049063585" sldId="269"/>
        </pc:sldMkLst>
        <pc:spChg chg="mod">
          <ac:chgData name="Wai T" userId="803fb5f0506a6e42" providerId="LiveId" clId="{222894FC-9D97-4FAB-ABFB-08828321DD90}" dt="2024-08-02T10:12:07.968" v="7058" actId="20577"/>
          <ac:spMkLst>
            <pc:docMk/>
            <pc:sldMk cId="2049063585" sldId="269"/>
            <ac:spMk id="2" creationId="{8A6B9C1D-3230-9E04-C0F4-3F138460BEC6}"/>
          </ac:spMkLst>
        </pc:spChg>
      </pc:sldChg>
      <pc:sldChg chg="addSp modSp new mod">
        <pc:chgData name="Wai T" userId="803fb5f0506a6e42" providerId="LiveId" clId="{222894FC-9D97-4FAB-ABFB-08828321DD90}" dt="2024-08-05T09:44:41.652" v="17780" actId="207"/>
        <pc:sldMkLst>
          <pc:docMk/>
          <pc:sldMk cId="3448754776" sldId="269"/>
        </pc:sldMkLst>
        <pc:spChg chg="mod">
          <ac:chgData name="Wai T" userId="803fb5f0506a6e42" providerId="LiveId" clId="{222894FC-9D97-4FAB-ABFB-08828321DD90}" dt="2024-08-05T09:44:12.482" v="17778" actId="207"/>
          <ac:spMkLst>
            <pc:docMk/>
            <pc:sldMk cId="3448754776" sldId="269"/>
            <ac:spMk id="2" creationId="{BC746FA8-A591-7FA5-6980-4527CADD7925}"/>
          </ac:spMkLst>
        </pc:spChg>
        <pc:spChg chg="mod">
          <ac:chgData name="Wai T" userId="803fb5f0506a6e42" providerId="LiveId" clId="{222894FC-9D97-4FAB-ABFB-08828321DD90}" dt="2024-08-05T09:44:27.560" v="17779" actId="207"/>
          <ac:spMkLst>
            <pc:docMk/>
            <pc:sldMk cId="3448754776" sldId="269"/>
            <ac:spMk id="3" creationId="{E53677CA-5871-4D29-60F5-83F0E0023185}"/>
          </ac:spMkLst>
        </pc:spChg>
        <pc:spChg chg="mod">
          <ac:chgData name="Wai T" userId="803fb5f0506a6e42" providerId="LiveId" clId="{222894FC-9D97-4FAB-ABFB-08828321DD90}" dt="2024-08-02T10:22:34.521" v="7254"/>
          <ac:spMkLst>
            <pc:docMk/>
            <pc:sldMk cId="3448754776" sldId="269"/>
            <ac:spMk id="4" creationId="{C8D21A41-74B8-73D6-4C19-21299903676D}"/>
          </ac:spMkLst>
        </pc:spChg>
        <pc:spChg chg="mod">
          <ac:chgData name="Wai T" userId="803fb5f0506a6e42" providerId="LiveId" clId="{222894FC-9D97-4FAB-ABFB-08828321DD90}" dt="2024-08-02T10:22:34.521" v="7254"/>
          <ac:spMkLst>
            <pc:docMk/>
            <pc:sldMk cId="3448754776" sldId="269"/>
            <ac:spMk id="5" creationId="{8D041FF6-17B8-1AFC-91A2-EFF85CF8BB1D}"/>
          </ac:spMkLst>
        </pc:spChg>
        <pc:spChg chg="mod">
          <ac:chgData name="Wai T" userId="803fb5f0506a6e42" providerId="LiveId" clId="{222894FC-9D97-4FAB-ABFB-08828321DD90}" dt="2024-08-02T10:22:34.521" v="7254"/>
          <ac:spMkLst>
            <pc:docMk/>
            <pc:sldMk cId="3448754776" sldId="269"/>
            <ac:spMk id="6" creationId="{F54C2814-E19F-3E4F-377A-EA124A29FA50}"/>
          </ac:spMkLst>
        </pc:spChg>
        <pc:spChg chg="mod">
          <ac:chgData name="Wai T" userId="803fb5f0506a6e42" providerId="LiveId" clId="{222894FC-9D97-4FAB-ABFB-08828321DD90}" dt="2024-08-02T10:22:34.521" v="7254"/>
          <ac:spMkLst>
            <pc:docMk/>
            <pc:sldMk cId="3448754776" sldId="269"/>
            <ac:spMk id="7" creationId="{31009AE3-0BA3-56FA-B2BB-DBAD581E67E9}"/>
          </ac:spMkLst>
        </pc:spChg>
        <pc:spChg chg="add mod">
          <ac:chgData name="Wai T" userId="803fb5f0506a6e42" providerId="LiveId" clId="{222894FC-9D97-4FAB-ABFB-08828321DD90}" dt="2024-08-05T09:44:41.652" v="17780" actId="207"/>
          <ac:spMkLst>
            <pc:docMk/>
            <pc:sldMk cId="3448754776" sldId="269"/>
            <ac:spMk id="12" creationId="{0CB33493-D956-6B23-EDE3-CD73F24A0F0D}"/>
          </ac:spMkLst>
        </pc:spChg>
        <pc:spChg chg="add mod">
          <ac:chgData name="Wai T" userId="803fb5f0506a6e42" providerId="LiveId" clId="{222894FC-9D97-4FAB-ABFB-08828321DD90}" dt="2024-08-02T10:24:42.149" v="7277" actId="1076"/>
          <ac:spMkLst>
            <pc:docMk/>
            <pc:sldMk cId="3448754776" sldId="269"/>
            <ac:spMk id="30" creationId="{8C43A928-9142-ED85-BB89-78E4B7F5F56E}"/>
          </ac:spMkLst>
        </pc:spChg>
        <pc:spChg chg="mod">
          <ac:chgData name="Wai T" userId="803fb5f0506a6e42" providerId="LiveId" clId="{222894FC-9D97-4FAB-ABFB-08828321DD90}" dt="2024-08-02T10:22:34.521" v="7254"/>
          <ac:spMkLst>
            <pc:docMk/>
            <pc:sldMk cId="3448754776" sldId="269"/>
            <ac:spMk id="41" creationId="{A0CA8273-FC69-C0FD-F926-21CDF3A1BC2C}"/>
          </ac:spMkLst>
        </pc:spChg>
        <pc:spChg chg="mod">
          <ac:chgData name="Wai T" userId="803fb5f0506a6e42" providerId="LiveId" clId="{222894FC-9D97-4FAB-ABFB-08828321DD90}" dt="2024-08-02T10:22:34.521" v="7254"/>
          <ac:spMkLst>
            <pc:docMk/>
            <pc:sldMk cId="3448754776" sldId="269"/>
            <ac:spMk id="42" creationId="{35504D7B-1E07-0F03-5DB7-E5054E5CA98B}"/>
          </ac:spMkLst>
        </pc:spChg>
        <pc:spChg chg="mod">
          <ac:chgData name="Wai T" userId="803fb5f0506a6e42" providerId="LiveId" clId="{222894FC-9D97-4FAB-ABFB-08828321DD90}" dt="2024-08-02T10:22:34.521" v="7254"/>
          <ac:spMkLst>
            <pc:docMk/>
            <pc:sldMk cId="3448754776" sldId="269"/>
            <ac:spMk id="43" creationId="{E4F74E6A-31CF-8E0E-D52D-BD03C1C25F0D}"/>
          </ac:spMkLst>
        </pc:spChg>
        <pc:spChg chg="mod">
          <ac:chgData name="Wai T" userId="803fb5f0506a6e42" providerId="LiveId" clId="{222894FC-9D97-4FAB-ABFB-08828321DD90}" dt="2024-08-02T10:22:34.521" v="7254"/>
          <ac:spMkLst>
            <pc:docMk/>
            <pc:sldMk cId="3448754776" sldId="269"/>
            <ac:spMk id="45" creationId="{5198B8B5-6C60-52ED-F9B4-A22FA808E034}"/>
          </ac:spMkLst>
        </pc:spChg>
        <pc:spChg chg="mod">
          <ac:chgData name="Wai T" userId="803fb5f0506a6e42" providerId="LiveId" clId="{222894FC-9D97-4FAB-ABFB-08828321DD90}" dt="2024-08-02T10:22:34.521" v="7254"/>
          <ac:spMkLst>
            <pc:docMk/>
            <pc:sldMk cId="3448754776" sldId="269"/>
            <ac:spMk id="48" creationId="{8FBCD8A4-6DC6-C07B-8E19-19AE3A88E065}"/>
          </ac:spMkLst>
        </pc:spChg>
        <pc:spChg chg="mod">
          <ac:chgData name="Wai T" userId="803fb5f0506a6e42" providerId="LiveId" clId="{222894FC-9D97-4FAB-ABFB-08828321DD90}" dt="2024-08-02T10:22:34.521" v="7254"/>
          <ac:spMkLst>
            <pc:docMk/>
            <pc:sldMk cId="3448754776" sldId="269"/>
            <ac:spMk id="49" creationId="{47690D6D-D59F-BCFB-F8F7-2D5170A59293}"/>
          </ac:spMkLst>
        </pc:spChg>
        <pc:spChg chg="mod">
          <ac:chgData name="Wai T" userId="803fb5f0506a6e42" providerId="LiveId" clId="{222894FC-9D97-4FAB-ABFB-08828321DD90}" dt="2024-08-02T10:22:34.521" v="7254"/>
          <ac:spMkLst>
            <pc:docMk/>
            <pc:sldMk cId="3448754776" sldId="269"/>
            <ac:spMk id="50" creationId="{FC3E7C20-7D70-630F-4A9B-D536BEDAF804}"/>
          </ac:spMkLst>
        </pc:spChg>
        <pc:spChg chg="mod">
          <ac:chgData name="Wai T" userId="803fb5f0506a6e42" providerId="LiveId" clId="{222894FC-9D97-4FAB-ABFB-08828321DD90}" dt="2024-08-02T10:22:34.521" v="7254"/>
          <ac:spMkLst>
            <pc:docMk/>
            <pc:sldMk cId="3448754776" sldId="269"/>
            <ac:spMk id="52" creationId="{A0A2E73E-B3E1-3B3A-4AC1-DDBBD8BB5332}"/>
          </ac:spMkLst>
        </pc:spChg>
        <pc:spChg chg="mod">
          <ac:chgData name="Wai T" userId="803fb5f0506a6e42" providerId="LiveId" clId="{222894FC-9D97-4FAB-ABFB-08828321DD90}" dt="2024-08-02T10:22:34.521" v="7254"/>
          <ac:spMkLst>
            <pc:docMk/>
            <pc:sldMk cId="3448754776" sldId="269"/>
            <ac:spMk id="59" creationId="{747E6772-F526-20F4-EA58-2E78F83A9CFD}"/>
          </ac:spMkLst>
        </pc:spChg>
        <pc:spChg chg="mod">
          <ac:chgData name="Wai T" userId="803fb5f0506a6e42" providerId="LiveId" clId="{222894FC-9D97-4FAB-ABFB-08828321DD90}" dt="2024-08-02T10:22:34.521" v="7254"/>
          <ac:spMkLst>
            <pc:docMk/>
            <pc:sldMk cId="3448754776" sldId="269"/>
            <ac:spMk id="60" creationId="{EB607F7C-513D-12FC-4C8B-EE8246893791}"/>
          </ac:spMkLst>
        </pc:spChg>
        <pc:spChg chg="mod">
          <ac:chgData name="Wai T" userId="803fb5f0506a6e42" providerId="LiveId" clId="{222894FC-9D97-4FAB-ABFB-08828321DD90}" dt="2024-08-02T10:22:34.521" v="7254"/>
          <ac:spMkLst>
            <pc:docMk/>
            <pc:sldMk cId="3448754776" sldId="269"/>
            <ac:spMk id="61" creationId="{326259A6-0D0F-37BF-C84A-159EF48976BA}"/>
          </ac:spMkLst>
        </pc:spChg>
        <pc:spChg chg="mod">
          <ac:chgData name="Wai T" userId="803fb5f0506a6e42" providerId="LiveId" clId="{222894FC-9D97-4FAB-ABFB-08828321DD90}" dt="2024-08-02T10:22:34.521" v="7254"/>
          <ac:spMkLst>
            <pc:docMk/>
            <pc:sldMk cId="3448754776" sldId="269"/>
            <ac:spMk id="63" creationId="{BC8B4B24-B28C-F1F4-11CE-DE55DE1A9A9F}"/>
          </ac:spMkLst>
        </pc:spChg>
        <pc:spChg chg="add mod">
          <ac:chgData name="Wai T" userId="803fb5f0506a6e42" providerId="LiveId" clId="{222894FC-9D97-4FAB-ABFB-08828321DD90}" dt="2024-08-02T10:24:42.149" v="7277" actId="1076"/>
          <ac:spMkLst>
            <pc:docMk/>
            <pc:sldMk cId="3448754776" sldId="269"/>
            <ac:spMk id="65" creationId="{0E3F4BC5-0444-7B2C-6C96-8F8A4B2D5FEA}"/>
          </ac:spMkLst>
        </pc:spChg>
        <pc:grpChg chg="add mod">
          <ac:chgData name="Wai T" userId="803fb5f0506a6e42" providerId="LiveId" clId="{222894FC-9D97-4FAB-ABFB-08828321DD90}" dt="2024-08-02T10:24:42.149" v="7277" actId="1076"/>
          <ac:grpSpMkLst>
            <pc:docMk/>
            <pc:sldMk cId="3448754776" sldId="269"/>
            <ac:grpSpMk id="37" creationId="{89AD4AB0-0AE8-C7AE-9EA6-9C85296BD847}"/>
          </ac:grpSpMkLst>
        </pc:grpChg>
        <pc:grpChg chg="add mod">
          <ac:chgData name="Wai T" userId="803fb5f0506a6e42" providerId="LiveId" clId="{222894FC-9D97-4FAB-ABFB-08828321DD90}" dt="2024-08-02T10:24:42.149" v="7277" actId="1076"/>
          <ac:grpSpMkLst>
            <pc:docMk/>
            <pc:sldMk cId="3448754776" sldId="269"/>
            <ac:grpSpMk id="39" creationId="{D1BA9162-7E67-2AF1-DD8A-BADE34895D6D}"/>
          </ac:grpSpMkLst>
        </pc:grpChg>
        <pc:grpChg chg="add mod">
          <ac:chgData name="Wai T" userId="803fb5f0506a6e42" providerId="LiveId" clId="{222894FC-9D97-4FAB-ABFB-08828321DD90}" dt="2024-08-02T10:24:42.149" v="7277" actId="1076"/>
          <ac:grpSpMkLst>
            <pc:docMk/>
            <pc:sldMk cId="3448754776" sldId="269"/>
            <ac:grpSpMk id="47" creationId="{464F2964-49FB-0521-DD29-EDAA52DF084A}"/>
          </ac:grpSpMkLst>
        </pc:grpChg>
        <pc:grpChg chg="add mod">
          <ac:chgData name="Wai T" userId="803fb5f0506a6e42" providerId="LiveId" clId="{222894FC-9D97-4FAB-ABFB-08828321DD90}" dt="2024-08-02T10:24:42.149" v="7277" actId="1076"/>
          <ac:grpSpMkLst>
            <pc:docMk/>
            <pc:sldMk cId="3448754776" sldId="269"/>
            <ac:grpSpMk id="58" creationId="{829E9D44-0455-8A1D-1722-FD83DB988BF9}"/>
          </ac:grpSpMkLst>
        </pc:grpChg>
        <pc:cxnChg chg="mod">
          <ac:chgData name="Wai T" userId="803fb5f0506a6e42" providerId="LiveId" clId="{222894FC-9D97-4FAB-ABFB-08828321DD90}" dt="2024-08-02T10:24:42.149" v="7277" actId="1076"/>
          <ac:cxnSpMkLst>
            <pc:docMk/>
            <pc:sldMk cId="3448754776" sldId="269"/>
            <ac:cxnSpMk id="11" creationId="{FF8529F2-1189-6E68-91E8-0C9B8CCC83C2}"/>
          </ac:cxnSpMkLst>
        </pc:cxnChg>
        <pc:cxnChg chg="mod">
          <ac:chgData name="Wai T" userId="803fb5f0506a6e42" providerId="LiveId" clId="{222894FC-9D97-4FAB-ABFB-08828321DD90}" dt="2024-08-02T10:24:42.149" v="7277" actId="1076"/>
          <ac:cxnSpMkLst>
            <pc:docMk/>
            <pc:sldMk cId="3448754776" sldId="269"/>
            <ac:cxnSpMk id="44" creationId="{6822F00D-BBBE-C40B-3854-262423172CA6}"/>
          </ac:cxnSpMkLst>
        </pc:cxnChg>
        <pc:cxnChg chg="mod">
          <ac:chgData name="Wai T" userId="803fb5f0506a6e42" providerId="LiveId" clId="{222894FC-9D97-4FAB-ABFB-08828321DD90}" dt="2024-08-02T10:22:34.521" v="7254"/>
          <ac:cxnSpMkLst>
            <pc:docMk/>
            <pc:sldMk cId="3448754776" sldId="269"/>
            <ac:cxnSpMk id="46" creationId="{9BB0A88D-62F7-69B6-4DF9-5DB2857437FF}"/>
          </ac:cxnSpMkLst>
        </pc:cxnChg>
        <pc:cxnChg chg="mod">
          <ac:chgData name="Wai T" userId="803fb5f0506a6e42" providerId="LiveId" clId="{222894FC-9D97-4FAB-ABFB-08828321DD90}" dt="2024-08-02T10:24:49.856" v="7278" actId="14100"/>
          <ac:cxnSpMkLst>
            <pc:docMk/>
            <pc:sldMk cId="3448754776" sldId="269"/>
            <ac:cxnSpMk id="51" creationId="{EF13619D-AD97-3D90-4FFC-5DE6F20BF091}"/>
          </ac:cxnSpMkLst>
        </pc:cxnChg>
        <pc:cxnChg chg="mod">
          <ac:chgData name="Wai T" userId="803fb5f0506a6e42" providerId="LiveId" clId="{222894FC-9D97-4FAB-ABFB-08828321DD90}" dt="2024-08-02T10:22:34.521" v="7254"/>
          <ac:cxnSpMkLst>
            <pc:docMk/>
            <pc:sldMk cId="3448754776" sldId="269"/>
            <ac:cxnSpMk id="53" creationId="{66FBD455-C999-2911-C1BD-95CA26F1DE06}"/>
          </ac:cxnSpMkLst>
        </pc:cxnChg>
        <pc:cxnChg chg="mod">
          <ac:chgData name="Wai T" userId="803fb5f0506a6e42" providerId="LiveId" clId="{222894FC-9D97-4FAB-ABFB-08828321DD90}" dt="2024-08-02T10:22:34.521" v="7254"/>
          <ac:cxnSpMkLst>
            <pc:docMk/>
            <pc:sldMk cId="3448754776" sldId="269"/>
            <ac:cxnSpMk id="62" creationId="{50A2949F-55CA-0F13-CB83-4C8D9FA66339}"/>
          </ac:cxnSpMkLst>
        </pc:cxnChg>
        <pc:cxnChg chg="mod">
          <ac:chgData name="Wai T" userId="803fb5f0506a6e42" providerId="LiveId" clId="{222894FC-9D97-4FAB-ABFB-08828321DD90}" dt="2024-08-02T10:24:42.149" v="7277" actId="1076"/>
          <ac:cxnSpMkLst>
            <pc:docMk/>
            <pc:sldMk cId="3448754776" sldId="269"/>
            <ac:cxnSpMk id="64" creationId="{12080A03-2904-4936-1F16-16AB78A430DF}"/>
          </ac:cxnSpMkLst>
        </pc:cxnChg>
      </pc:sldChg>
      <pc:sldChg chg="addSp delSp modSp add del mod">
        <pc:chgData name="Wai T" userId="803fb5f0506a6e42" providerId="LiveId" clId="{222894FC-9D97-4FAB-ABFB-08828321DD90}" dt="2024-08-02T13:02:23.654" v="11019" actId="47"/>
        <pc:sldMkLst>
          <pc:docMk/>
          <pc:sldMk cId="2245689261" sldId="270"/>
        </pc:sldMkLst>
        <pc:spChg chg="del">
          <ac:chgData name="Wai T" userId="803fb5f0506a6e42" providerId="LiveId" clId="{222894FC-9D97-4FAB-ABFB-08828321DD90}" dt="2024-08-02T10:22:18.506" v="7250" actId="478"/>
          <ac:spMkLst>
            <pc:docMk/>
            <pc:sldMk cId="2245689261" sldId="270"/>
            <ac:spMk id="2" creationId="{8CEFA327-80D3-4AD1-BD1A-A609A23C0EE3}"/>
          </ac:spMkLst>
        </pc:spChg>
        <pc:spChg chg="del">
          <ac:chgData name="Wai T" userId="803fb5f0506a6e42" providerId="LiveId" clId="{222894FC-9D97-4FAB-ABFB-08828321DD90}" dt="2024-08-02T10:22:20.676" v="7251" actId="478"/>
          <ac:spMkLst>
            <pc:docMk/>
            <pc:sldMk cId="2245689261" sldId="270"/>
            <ac:spMk id="3" creationId="{5960451B-E7C4-FB2B-191C-9A79A78E1E15}"/>
          </ac:spMkLst>
        </pc:spChg>
        <pc:spChg chg="mod topLvl">
          <ac:chgData name="Wai T" userId="803fb5f0506a6e42" providerId="LiveId" clId="{222894FC-9D97-4FAB-ABFB-08828321DD90}" dt="2024-08-02T10:20:02.567" v="7228" actId="164"/>
          <ac:spMkLst>
            <pc:docMk/>
            <pc:sldMk cId="2245689261" sldId="270"/>
            <ac:spMk id="4" creationId="{C8D21A41-74B8-73D6-4C19-21299903676D}"/>
          </ac:spMkLst>
        </pc:spChg>
        <pc:spChg chg="mod topLvl">
          <ac:chgData name="Wai T" userId="803fb5f0506a6e42" providerId="LiveId" clId="{222894FC-9D97-4FAB-ABFB-08828321DD90}" dt="2024-08-02T10:20:02.567" v="7228" actId="164"/>
          <ac:spMkLst>
            <pc:docMk/>
            <pc:sldMk cId="2245689261" sldId="270"/>
            <ac:spMk id="5" creationId="{8D041FF6-17B8-1AFC-91A2-EFF85CF8BB1D}"/>
          </ac:spMkLst>
        </pc:spChg>
        <pc:spChg chg="mod topLvl">
          <ac:chgData name="Wai T" userId="803fb5f0506a6e42" providerId="LiveId" clId="{222894FC-9D97-4FAB-ABFB-08828321DD90}" dt="2024-08-02T10:20:02.567" v="7228" actId="164"/>
          <ac:spMkLst>
            <pc:docMk/>
            <pc:sldMk cId="2245689261" sldId="270"/>
            <ac:spMk id="6" creationId="{F54C2814-E19F-3E4F-377A-EA124A29FA50}"/>
          </ac:spMkLst>
        </pc:spChg>
        <pc:spChg chg="add mod">
          <ac:chgData name="Wai T" userId="803fb5f0506a6e42" providerId="LiveId" clId="{222894FC-9D97-4FAB-ABFB-08828321DD90}" dt="2024-08-02T10:20:02.567" v="7228" actId="164"/>
          <ac:spMkLst>
            <pc:docMk/>
            <pc:sldMk cId="2245689261" sldId="270"/>
            <ac:spMk id="7" creationId="{31009AE3-0BA3-56FA-B2BB-DBAD581E67E9}"/>
          </ac:spMkLst>
        </pc:spChg>
        <pc:spChg chg="mod">
          <ac:chgData name="Wai T" userId="803fb5f0506a6e42" providerId="LiveId" clId="{222894FC-9D97-4FAB-ABFB-08828321DD90}" dt="2024-08-02T10:19:19.201" v="7215"/>
          <ac:spMkLst>
            <pc:docMk/>
            <pc:sldMk cId="2245689261" sldId="270"/>
            <ac:spMk id="13" creationId="{11974683-EDEE-BC5C-A1E7-71CE212491A5}"/>
          </ac:spMkLst>
        </pc:spChg>
        <pc:spChg chg="mod">
          <ac:chgData name="Wai T" userId="803fb5f0506a6e42" providerId="LiveId" clId="{222894FC-9D97-4FAB-ABFB-08828321DD90}" dt="2024-08-02T10:19:19.201" v="7215"/>
          <ac:spMkLst>
            <pc:docMk/>
            <pc:sldMk cId="2245689261" sldId="270"/>
            <ac:spMk id="20" creationId="{8B08C254-6BD2-2032-930B-7A927534E352}"/>
          </ac:spMkLst>
        </pc:spChg>
        <pc:spChg chg="mod">
          <ac:chgData name="Wai T" userId="803fb5f0506a6e42" providerId="LiveId" clId="{222894FC-9D97-4FAB-ABFB-08828321DD90}" dt="2024-08-02T10:19:19.201" v="7215"/>
          <ac:spMkLst>
            <pc:docMk/>
            <pc:sldMk cId="2245689261" sldId="270"/>
            <ac:spMk id="21" creationId="{A6E11D56-086A-DAAF-92C0-ED29086D5A8D}"/>
          </ac:spMkLst>
        </pc:spChg>
        <pc:spChg chg="mod">
          <ac:chgData name="Wai T" userId="803fb5f0506a6e42" providerId="LiveId" clId="{222894FC-9D97-4FAB-ABFB-08828321DD90}" dt="2024-08-02T10:19:26.123" v="7217"/>
          <ac:spMkLst>
            <pc:docMk/>
            <pc:sldMk cId="2245689261" sldId="270"/>
            <ac:spMk id="29" creationId="{8D463E23-2DF6-F5E2-6CDB-E0231FF62557}"/>
          </ac:spMkLst>
        </pc:spChg>
        <pc:spChg chg="del mod">
          <ac:chgData name="Wai T" userId="803fb5f0506a6e42" providerId="LiveId" clId="{222894FC-9D97-4FAB-ABFB-08828321DD90}" dt="2024-08-02T10:22:31.564" v="7253" actId="21"/>
          <ac:spMkLst>
            <pc:docMk/>
            <pc:sldMk cId="2245689261" sldId="270"/>
            <ac:spMk id="30" creationId="{8C43A928-9142-ED85-BB89-78E4B7F5F56E}"/>
          </ac:spMkLst>
        </pc:spChg>
        <pc:spChg chg="mod">
          <ac:chgData name="Wai T" userId="803fb5f0506a6e42" providerId="LiveId" clId="{222894FC-9D97-4FAB-ABFB-08828321DD90}" dt="2024-08-02T10:19:26.123" v="7217"/>
          <ac:spMkLst>
            <pc:docMk/>
            <pc:sldMk cId="2245689261" sldId="270"/>
            <ac:spMk id="31" creationId="{048EFBDD-486A-F8A6-3E90-AB06ECA1FB6B}"/>
          </ac:spMkLst>
        </pc:spChg>
        <pc:spChg chg="mod">
          <ac:chgData name="Wai T" userId="803fb5f0506a6e42" providerId="LiveId" clId="{222894FC-9D97-4FAB-ABFB-08828321DD90}" dt="2024-08-02T10:19:26.123" v="7217"/>
          <ac:spMkLst>
            <pc:docMk/>
            <pc:sldMk cId="2245689261" sldId="270"/>
            <ac:spMk id="32" creationId="{F63CA429-D4EA-DC97-0D85-871E415FE4F3}"/>
          </ac:spMkLst>
        </pc:spChg>
        <pc:spChg chg="del mod">
          <ac:chgData name="Wai T" userId="803fb5f0506a6e42" providerId="LiveId" clId="{222894FC-9D97-4FAB-ABFB-08828321DD90}" dt="2024-08-02T10:19:44.681" v="7223" actId="478"/>
          <ac:spMkLst>
            <pc:docMk/>
            <pc:sldMk cId="2245689261" sldId="270"/>
            <ac:spMk id="34" creationId="{BFC20A31-6884-C1FA-E460-5EF50CB18CF5}"/>
          </ac:spMkLst>
        </pc:spChg>
        <pc:spChg chg="del">
          <ac:chgData name="Wai T" userId="803fb5f0506a6e42" providerId="LiveId" clId="{222894FC-9D97-4FAB-ABFB-08828321DD90}" dt="2024-08-02T10:19:46.288" v="7224" actId="478"/>
          <ac:spMkLst>
            <pc:docMk/>
            <pc:sldMk cId="2245689261" sldId="270"/>
            <ac:spMk id="40" creationId="{A90121AA-7D2D-66D2-EBF9-8C9D559E924A}"/>
          </ac:spMkLst>
        </pc:spChg>
        <pc:spChg chg="mod">
          <ac:chgData name="Wai T" userId="803fb5f0506a6e42" providerId="LiveId" clId="{222894FC-9D97-4FAB-ABFB-08828321DD90}" dt="2024-08-02T10:20:06.065" v="7229"/>
          <ac:spMkLst>
            <pc:docMk/>
            <pc:sldMk cId="2245689261" sldId="270"/>
            <ac:spMk id="41" creationId="{A0CA8273-FC69-C0FD-F926-21CDF3A1BC2C}"/>
          </ac:spMkLst>
        </pc:spChg>
        <pc:spChg chg="mod">
          <ac:chgData name="Wai T" userId="803fb5f0506a6e42" providerId="LiveId" clId="{222894FC-9D97-4FAB-ABFB-08828321DD90}" dt="2024-08-02T10:20:06.065" v="7229"/>
          <ac:spMkLst>
            <pc:docMk/>
            <pc:sldMk cId="2245689261" sldId="270"/>
            <ac:spMk id="42" creationId="{35504D7B-1E07-0F03-5DB7-E5054E5CA98B}"/>
          </ac:spMkLst>
        </pc:spChg>
        <pc:spChg chg="mod">
          <ac:chgData name="Wai T" userId="803fb5f0506a6e42" providerId="LiveId" clId="{222894FC-9D97-4FAB-ABFB-08828321DD90}" dt="2024-08-02T10:20:06.065" v="7229"/>
          <ac:spMkLst>
            <pc:docMk/>
            <pc:sldMk cId="2245689261" sldId="270"/>
            <ac:spMk id="43" creationId="{E4F74E6A-31CF-8E0E-D52D-BD03C1C25F0D}"/>
          </ac:spMkLst>
        </pc:spChg>
        <pc:spChg chg="mod">
          <ac:chgData name="Wai T" userId="803fb5f0506a6e42" providerId="LiveId" clId="{222894FC-9D97-4FAB-ABFB-08828321DD90}" dt="2024-08-02T10:20:06.065" v="7229"/>
          <ac:spMkLst>
            <pc:docMk/>
            <pc:sldMk cId="2245689261" sldId="270"/>
            <ac:spMk id="45" creationId="{5198B8B5-6C60-52ED-F9B4-A22FA808E034}"/>
          </ac:spMkLst>
        </pc:spChg>
        <pc:spChg chg="mod">
          <ac:chgData name="Wai T" userId="803fb5f0506a6e42" providerId="LiveId" clId="{222894FC-9D97-4FAB-ABFB-08828321DD90}" dt="2024-08-02T10:20:14.343" v="7231"/>
          <ac:spMkLst>
            <pc:docMk/>
            <pc:sldMk cId="2245689261" sldId="270"/>
            <ac:spMk id="48" creationId="{8FBCD8A4-6DC6-C07B-8E19-19AE3A88E065}"/>
          </ac:spMkLst>
        </pc:spChg>
        <pc:spChg chg="mod">
          <ac:chgData name="Wai T" userId="803fb5f0506a6e42" providerId="LiveId" clId="{222894FC-9D97-4FAB-ABFB-08828321DD90}" dt="2024-08-02T10:20:14.343" v="7231"/>
          <ac:spMkLst>
            <pc:docMk/>
            <pc:sldMk cId="2245689261" sldId="270"/>
            <ac:spMk id="49" creationId="{47690D6D-D59F-BCFB-F8F7-2D5170A59293}"/>
          </ac:spMkLst>
        </pc:spChg>
        <pc:spChg chg="mod">
          <ac:chgData name="Wai T" userId="803fb5f0506a6e42" providerId="LiveId" clId="{222894FC-9D97-4FAB-ABFB-08828321DD90}" dt="2024-08-02T10:20:14.343" v="7231"/>
          <ac:spMkLst>
            <pc:docMk/>
            <pc:sldMk cId="2245689261" sldId="270"/>
            <ac:spMk id="50" creationId="{FC3E7C20-7D70-630F-4A9B-D536BEDAF804}"/>
          </ac:spMkLst>
        </pc:spChg>
        <pc:spChg chg="mod">
          <ac:chgData name="Wai T" userId="803fb5f0506a6e42" providerId="LiveId" clId="{222894FC-9D97-4FAB-ABFB-08828321DD90}" dt="2024-08-02T10:20:14.343" v="7231"/>
          <ac:spMkLst>
            <pc:docMk/>
            <pc:sldMk cId="2245689261" sldId="270"/>
            <ac:spMk id="52" creationId="{A0A2E73E-B3E1-3B3A-4AC1-DDBBD8BB5332}"/>
          </ac:spMkLst>
        </pc:spChg>
        <pc:spChg chg="mod">
          <ac:chgData name="Wai T" userId="803fb5f0506a6e42" providerId="LiveId" clId="{222894FC-9D97-4FAB-ABFB-08828321DD90}" dt="2024-08-02T10:21:11.899" v="7240"/>
          <ac:spMkLst>
            <pc:docMk/>
            <pc:sldMk cId="2245689261" sldId="270"/>
            <ac:spMk id="59" creationId="{747E6772-F526-20F4-EA58-2E78F83A9CFD}"/>
          </ac:spMkLst>
        </pc:spChg>
        <pc:spChg chg="mod">
          <ac:chgData name="Wai T" userId="803fb5f0506a6e42" providerId="LiveId" clId="{222894FC-9D97-4FAB-ABFB-08828321DD90}" dt="2024-08-02T10:21:11.899" v="7240"/>
          <ac:spMkLst>
            <pc:docMk/>
            <pc:sldMk cId="2245689261" sldId="270"/>
            <ac:spMk id="60" creationId="{EB607F7C-513D-12FC-4C8B-EE8246893791}"/>
          </ac:spMkLst>
        </pc:spChg>
        <pc:spChg chg="mod">
          <ac:chgData name="Wai T" userId="803fb5f0506a6e42" providerId="LiveId" clId="{222894FC-9D97-4FAB-ABFB-08828321DD90}" dt="2024-08-02T10:21:11.899" v="7240"/>
          <ac:spMkLst>
            <pc:docMk/>
            <pc:sldMk cId="2245689261" sldId="270"/>
            <ac:spMk id="61" creationId="{326259A6-0D0F-37BF-C84A-159EF48976BA}"/>
          </ac:spMkLst>
        </pc:spChg>
        <pc:spChg chg="mod">
          <ac:chgData name="Wai T" userId="803fb5f0506a6e42" providerId="LiveId" clId="{222894FC-9D97-4FAB-ABFB-08828321DD90}" dt="2024-08-02T10:21:11.899" v="7240"/>
          <ac:spMkLst>
            <pc:docMk/>
            <pc:sldMk cId="2245689261" sldId="270"/>
            <ac:spMk id="63" creationId="{BC8B4B24-B28C-F1F4-11CE-DE55DE1A9A9F}"/>
          </ac:spMkLst>
        </pc:spChg>
        <pc:spChg chg="add del mod">
          <ac:chgData name="Wai T" userId="803fb5f0506a6e42" providerId="LiveId" clId="{222894FC-9D97-4FAB-ABFB-08828321DD90}" dt="2024-08-02T10:22:31.564" v="7253" actId="21"/>
          <ac:spMkLst>
            <pc:docMk/>
            <pc:sldMk cId="2245689261" sldId="270"/>
            <ac:spMk id="65" creationId="{0E3F4BC5-0444-7B2C-6C96-8F8A4B2D5FEA}"/>
          </ac:spMkLst>
        </pc:spChg>
        <pc:spChg chg="add mod">
          <ac:chgData name="Wai T" userId="803fb5f0506a6e42" providerId="LiveId" clId="{222894FC-9D97-4FAB-ABFB-08828321DD90}" dt="2024-08-02T10:22:18.506" v="7250" actId="478"/>
          <ac:spMkLst>
            <pc:docMk/>
            <pc:sldMk cId="2245689261" sldId="270"/>
            <ac:spMk id="69" creationId="{B52E4DE2-BFBA-E587-3B47-68F20E166428}"/>
          </ac:spMkLst>
        </pc:spChg>
        <pc:spChg chg="add del mod">
          <ac:chgData name="Wai T" userId="803fb5f0506a6e42" providerId="LiveId" clId="{222894FC-9D97-4FAB-ABFB-08828321DD90}" dt="2024-08-02T10:22:27.426" v="7252" actId="478"/>
          <ac:spMkLst>
            <pc:docMk/>
            <pc:sldMk cId="2245689261" sldId="270"/>
            <ac:spMk id="71" creationId="{E54EA16D-304D-BED9-9C20-3D17D89DA738}"/>
          </ac:spMkLst>
        </pc:spChg>
        <pc:grpChg chg="add del mod">
          <ac:chgData name="Wai T" userId="803fb5f0506a6e42" providerId="LiveId" clId="{222894FC-9D97-4FAB-ABFB-08828321DD90}" dt="2024-08-02T10:19:38.104" v="7220" actId="478"/>
          <ac:grpSpMkLst>
            <pc:docMk/>
            <pc:sldMk cId="2245689261" sldId="270"/>
            <ac:grpSpMk id="12" creationId="{F6916712-FBBD-4506-5FD3-7EF26BAD476F}"/>
          </ac:grpSpMkLst>
        </pc:grpChg>
        <pc:grpChg chg="del mod">
          <ac:chgData name="Wai T" userId="803fb5f0506a6e42" providerId="LiveId" clId="{222894FC-9D97-4FAB-ABFB-08828321DD90}" dt="2024-08-02T10:19:54.730" v="7227" actId="165"/>
          <ac:grpSpMkLst>
            <pc:docMk/>
            <pc:sldMk cId="2245689261" sldId="270"/>
            <ac:grpSpMk id="14" creationId="{527CF5BF-0989-8C01-DFA0-91748617D2EE}"/>
          </ac:grpSpMkLst>
        </pc:grpChg>
        <pc:grpChg chg="del">
          <ac:chgData name="Wai T" userId="803fb5f0506a6e42" providerId="LiveId" clId="{222894FC-9D97-4FAB-ABFB-08828321DD90}" dt="2024-08-02T10:18:54.534" v="7210" actId="478"/>
          <ac:grpSpMkLst>
            <pc:docMk/>
            <pc:sldMk cId="2245689261" sldId="270"/>
            <ac:grpSpMk id="15" creationId="{99F5D8D3-8808-9B73-7909-D4D1297D7354}"/>
          </ac:grpSpMkLst>
        </pc:grpChg>
        <pc:grpChg chg="del">
          <ac:chgData name="Wai T" userId="803fb5f0506a6e42" providerId="LiveId" clId="{222894FC-9D97-4FAB-ABFB-08828321DD90}" dt="2024-08-02T10:18:55.861" v="7211" actId="478"/>
          <ac:grpSpMkLst>
            <pc:docMk/>
            <pc:sldMk cId="2245689261" sldId="270"/>
            <ac:grpSpMk id="23" creationId="{34825148-5B37-8DF2-8A3F-6D7657F654DF}"/>
          </ac:grpSpMkLst>
        </pc:grpChg>
        <pc:grpChg chg="add del mod">
          <ac:chgData name="Wai T" userId="803fb5f0506a6e42" providerId="LiveId" clId="{222894FC-9D97-4FAB-ABFB-08828321DD90}" dt="2024-08-02T10:19:39.354" v="7221" actId="478"/>
          <ac:grpSpMkLst>
            <pc:docMk/>
            <pc:sldMk cId="2245689261" sldId="270"/>
            <ac:grpSpMk id="28" creationId="{126A3C51-6847-D71D-3772-89E4AB4014F8}"/>
          </ac:grpSpMkLst>
        </pc:grpChg>
        <pc:grpChg chg="add del mod">
          <ac:chgData name="Wai T" userId="803fb5f0506a6e42" providerId="LiveId" clId="{222894FC-9D97-4FAB-ABFB-08828321DD90}" dt="2024-08-02T10:22:31.564" v="7253" actId="21"/>
          <ac:grpSpMkLst>
            <pc:docMk/>
            <pc:sldMk cId="2245689261" sldId="270"/>
            <ac:grpSpMk id="37" creationId="{89AD4AB0-0AE8-C7AE-9EA6-9C85296BD847}"/>
          </ac:grpSpMkLst>
        </pc:grpChg>
        <pc:grpChg chg="add del mod">
          <ac:chgData name="Wai T" userId="803fb5f0506a6e42" providerId="LiveId" clId="{222894FC-9D97-4FAB-ABFB-08828321DD90}" dt="2024-08-02T10:22:31.564" v="7253" actId="21"/>
          <ac:grpSpMkLst>
            <pc:docMk/>
            <pc:sldMk cId="2245689261" sldId="270"/>
            <ac:grpSpMk id="39" creationId="{D1BA9162-7E67-2AF1-DD8A-BADE34895D6D}"/>
          </ac:grpSpMkLst>
        </pc:grpChg>
        <pc:grpChg chg="add del mod">
          <ac:chgData name="Wai T" userId="803fb5f0506a6e42" providerId="LiveId" clId="{222894FC-9D97-4FAB-ABFB-08828321DD90}" dt="2024-08-02T10:22:31.564" v="7253" actId="21"/>
          <ac:grpSpMkLst>
            <pc:docMk/>
            <pc:sldMk cId="2245689261" sldId="270"/>
            <ac:grpSpMk id="47" creationId="{464F2964-49FB-0521-DD29-EDAA52DF084A}"/>
          </ac:grpSpMkLst>
        </pc:grpChg>
        <pc:grpChg chg="add del mod">
          <ac:chgData name="Wai T" userId="803fb5f0506a6e42" providerId="LiveId" clId="{222894FC-9D97-4FAB-ABFB-08828321DD90}" dt="2024-08-02T10:22:31.564" v="7253" actId="21"/>
          <ac:grpSpMkLst>
            <pc:docMk/>
            <pc:sldMk cId="2245689261" sldId="270"/>
            <ac:grpSpMk id="58" creationId="{829E9D44-0455-8A1D-1722-FD83DB988BF9}"/>
          </ac:grpSpMkLst>
        </pc:grpChg>
        <pc:cxnChg chg="add del mod">
          <ac:chgData name="Wai T" userId="803fb5f0506a6e42" providerId="LiveId" clId="{222894FC-9D97-4FAB-ABFB-08828321DD90}" dt="2024-08-02T10:22:08.459" v="7249" actId="478"/>
          <ac:cxnSpMkLst>
            <pc:docMk/>
            <pc:sldMk cId="2245689261" sldId="270"/>
            <ac:cxnSpMk id="8" creationId="{7109040C-FDA6-6DB4-F236-807157A14785}"/>
          </ac:cxnSpMkLst>
        </pc:cxnChg>
        <pc:cxnChg chg="mod topLvl">
          <ac:chgData name="Wai T" userId="803fb5f0506a6e42" providerId="LiveId" clId="{222894FC-9D97-4FAB-ABFB-08828321DD90}" dt="2024-08-02T10:22:31.564" v="7253" actId="21"/>
          <ac:cxnSpMkLst>
            <pc:docMk/>
            <pc:sldMk cId="2245689261" sldId="270"/>
            <ac:cxnSpMk id="11" creationId="{FF8529F2-1189-6E68-91E8-0C9B8CCC83C2}"/>
          </ac:cxnSpMkLst>
        </pc:cxnChg>
        <pc:cxnChg chg="mod">
          <ac:chgData name="Wai T" userId="803fb5f0506a6e42" providerId="LiveId" clId="{222894FC-9D97-4FAB-ABFB-08828321DD90}" dt="2024-08-02T10:18:54.534" v="7210" actId="478"/>
          <ac:cxnSpMkLst>
            <pc:docMk/>
            <pc:sldMk cId="2245689261" sldId="270"/>
            <ac:cxnSpMk id="19" creationId="{E36AA575-507F-290A-3B66-96BB06A2710B}"/>
          </ac:cxnSpMkLst>
        </pc:cxnChg>
        <pc:cxnChg chg="mod">
          <ac:chgData name="Wai T" userId="803fb5f0506a6e42" providerId="LiveId" clId="{222894FC-9D97-4FAB-ABFB-08828321DD90}" dt="2024-08-02T10:19:38.104" v="7220" actId="478"/>
          <ac:cxnSpMkLst>
            <pc:docMk/>
            <pc:sldMk cId="2245689261" sldId="270"/>
            <ac:cxnSpMk id="22" creationId="{6EB174B1-B768-BF6E-F7D0-225138A8F826}"/>
          </ac:cxnSpMkLst>
        </pc:cxnChg>
        <pc:cxnChg chg="mod">
          <ac:chgData name="Wai T" userId="803fb5f0506a6e42" providerId="LiveId" clId="{222894FC-9D97-4FAB-ABFB-08828321DD90}" dt="2024-08-02T10:18:55.861" v="7211" actId="478"/>
          <ac:cxnSpMkLst>
            <pc:docMk/>
            <pc:sldMk cId="2245689261" sldId="270"/>
            <ac:cxnSpMk id="27" creationId="{2609B186-CFEA-98D9-7508-1A91AFCF4844}"/>
          </ac:cxnSpMkLst>
        </pc:cxnChg>
        <pc:cxnChg chg="mod">
          <ac:chgData name="Wai T" userId="803fb5f0506a6e42" providerId="LiveId" clId="{222894FC-9D97-4FAB-ABFB-08828321DD90}" dt="2024-08-02T10:19:39.354" v="7221" actId="478"/>
          <ac:cxnSpMkLst>
            <pc:docMk/>
            <pc:sldMk cId="2245689261" sldId="270"/>
            <ac:cxnSpMk id="33" creationId="{810D847E-35C7-8663-DC3B-38D064002E60}"/>
          </ac:cxnSpMkLst>
        </pc:cxnChg>
        <pc:cxnChg chg="del mod">
          <ac:chgData name="Wai T" userId="803fb5f0506a6e42" providerId="LiveId" clId="{222894FC-9D97-4FAB-ABFB-08828321DD90}" dt="2024-08-02T10:19:48.226" v="7226" actId="478"/>
          <ac:cxnSpMkLst>
            <pc:docMk/>
            <pc:sldMk cId="2245689261" sldId="270"/>
            <ac:cxnSpMk id="36" creationId="{B9A24445-742B-AC06-833E-D7D5088D6915}"/>
          </ac:cxnSpMkLst>
        </pc:cxnChg>
        <pc:cxnChg chg="del mod">
          <ac:chgData name="Wai T" userId="803fb5f0506a6e42" providerId="LiveId" clId="{222894FC-9D97-4FAB-ABFB-08828321DD90}" dt="2024-08-02T10:19:47.304" v="7225" actId="478"/>
          <ac:cxnSpMkLst>
            <pc:docMk/>
            <pc:sldMk cId="2245689261" sldId="270"/>
            <ac:cxnSpMk id="38" creationId="{919AA5E0-59D3-E480-C51E-286808DD9CA7}"/>
          </ac:cxnSpMkLst>
        </pc:cxnChg>
        <pc:cxnChg chg="mod">
          <ac:chgData name="Wai T" userId="803fb5f0506a6e42" providerId="LiveId" clId="{222894FC-9D97-4FAB-ABFB-08828321DD90}" dt="2024-08-02T10:22:31.564" v="7253" actId="21"/>
          <ac:cxnSpMkLst>
            <pc:docMk/>
            <pc:sldMk cId="2245689261" sldId="270"/>
            <ac:cxnSpMk id="44" creationId="{6822F00D-BBBE-C40B-3854-262423172CA6}"/>
          </ac:cxnSpMkLst>
        </pc:cxnChg>
        <pc:cxnChg chg="mod">
          <ac:chgData name="Wai T" userId="803fb5f0506a6e42" providerId="LiveId" clId="{222894FC-9D97-4FAB-ABFB-08828321DD90}" dt="2024-08-02T10:22:31.564" v="7253" actId="21"/>
          <ac:cxnSpMkLst>
            <pc:docMk/>
            <pc:sldMk cId="2245689261" sldId="270"/>
            <ac:cxnSpMk id="46" creationId="{9BB0A88D-62F7-69B6-4DF9-5DB2857437FF}"/>
          </ac:cxnSpMkLst>
        </pc:cxnChg>
        <pc:cxnChg chg="mod">
          <ac:chgData name="Wai T" userId="803fb5f0506a6e42" providerId="LiveId" clId="{222894FC-9D97-4FAB-ABFB-08828321DD90}" dt="2024-08-02T10:22:31.564" v="7253" actId="21"/>
          <ac:cxnSpMkLst>
            <pc:docMk/>
            <pc:sldMk cId="2245689261" sldId="270"/>
            <ac:cxnSpMk id="51" creationId="{EF13619D-AD97-3D90-4FFC-5DE6F20BF091}"/>
          </ac:cxnSpMkLst>
        </pc:cxnChg>
        <pc:cxnChg chg="mod">
          <ac:chgData name="Wai T" userId="803fb5f0506a6e42" providerId="LiveId" clId="{222894FC-9D97-4FAB-ABFB-08828321DD90}" dt="2024-08-02T10:22:31.564" v="7253" actId="21"/>
          <ac:cxnSpMkLst>
            <pc:docMk/>
            <pc:sldMk cId="2245689261" sldId="270"/>
            <ac:cxnSpMk id="53" creationId="{66FBD455-C999-2911-C1BD-95CA26F1DE06}"/>
          </ac:cxnSpMkLst>
        </pc:cxnChg>
        <pc:cxnChg chg="mod">
          <ac:chgData name="Wai T" userId="803fb5f0506a6e42" providerId="LiveId" clId="{222894FC-9D97-4FAB-ABFB-08828321DD90}" dt="2024-08-02T10:22:31.564" v="7253" actId="21"/>
          <ac:cxnSpMkLst>
            <pc:docMk/>
            <pc:sldMk cId="2245689261" sldId="270"/>
            <ac:cxnSpMk id="62" creationId="{50A2949F-55CA-0F13-CB83-4C8D9FA66339}"/>
          </ac:cxnSpMkLst>
        </pc:cxnChg>
        <pc:cxnChg chg="mod">
          <ac:chgData name="Wai T" userId="803fb5f0506a6e42" providerId="LiveId" clId="{222894FC-9D97-4FAB-ABFB-08828321DD90}" dt="2024-08-02T10:22:31.564" v="7253" actId="21"/>
          <ac:cxnSpMkLst>
            <pc:docMk/>
            <pc:sldMk cId="2245689261" sldId="270"/>
            <ac:cxnSpMk id="64" creationId="{12080A03-2904-4936-1F16-16AB78A430DF}"/>
          </ac:cxnSpMkLst>
        </pc:cxnChg>
      </pc:sldChg>
      <pc:sldChg chg="addSp delSp modSp add mod">
        <pc:chgData name="Wai T" userId="803fb5f0506a6e42" providerId="LiveId" clId="{222894FC-9D97-4FAB-ABFB-08828321DD90}" dt="2024-08-05T09:45:27.130" v="17786" actId="207"/>
        <pc:sldMkLst>
          <pc:docMk/>
          <pc:sldMk cId="1848071319" sldId="271"/>
        </pc:sldMkLst>
        <pc:spChg chg="mod">
          <ac:chgData name="Wai T" userId="803fb5f0506a6e42" providerId="LiveId" clId="{222894FC-9D97-4FAB-ABFB-08828321DD90}" dt="2024-08-05T09:45:06.924" v="17784" actId="207"/>
          <ac:spMkLst>
            <pc:docMk/>
            <pc:sldMk cId="1848071319" sldId="271"/>
            <ac:spMk id="2" creationId="{BC746FA8-A591-7FA5-6980-4527CADD7925}"/>
          </ac:spMkLst>
        </pc:spChg>
        <pc:spChg chg="mod">
          <ac:chgData name="Wai T" userId="803fb5f0506a6e42" providerId="LiveId" clId="{222894FC-9D97-4FAB-ABFB-08828321DD90}" dt="2024-08-05T09:45:16.387" v="17785" actId="207"/>
          <ac:spMkLst>
            <pc:docMk/>
            <pc:sldMk cId="1848071319" sldId="271"/>
            <ac:spMk id="3" creationId="{E53677CA-5871-4D29-60F5-83F0E0023185}"/>
          </ac:spMkLst>
        </pc:spChg>
        <pc:spChg chg="mod">
          <ac:chgData name="Wai T" userId="803fb5f0506a6e42" providerId="LiveId" clId="{222894FC-9D97-4FAB-ABFB-08828321DD90}" dt="2024-08-02T10:37:04.119" v="7373"/>
          <ac:spMkLst>
            <pc:docMk/>
            <pc:sldMk cId="1848071319" sldId="271"/>
            <ac:spMk id="9" creationId="{DF831400-DFBC-9B98-6363-0824F404E3AE}"/>
          </ac:spMkLst>
        </pc:spChg>
        <pc:spChg chg="mod">
          <ac:chgData name="Wai T" userId="803fb5f0506a6e42" providerId="LiveId" clId="{222894FC-9D97-4FAB-ABFB-08828321DD90}" dt="2024-08-02T10:37:04.119" v="7373"/>
          <ac:spMkLst>
            <pc:docMk/>
            <pc:sldMk cId="1848071319" sldId="271"/>
            <ac:spMk id="10" creationId="{B62FB8B9-9D38-62AF-0E44-28D12B94ADA4}"/>
          </ac:spMkLst>
        </pc:spChg>
        <pc:spChg chg="del">
          <ac:chgData name="Wai T" userId="803fb5f0506a6e42" providerId="LiveId" clId="{222894FC-9D97-4FAB-ABFB-08828321DD90}" dt="2024-08-02T10:37:21.130" v="7375" actId="478"/>
          <ac:spMkLst>
            <pc:docMk/>
            <pc:sldMk cId="1848071319" sldId="271"/>
            <ac:spMk id="12" creationId="{0CB33493-D956-6B23-EDE3-CD73F24A0F0D}"/>
          </ac:spMkLst>
        </pc:spChg>
        <pc:spChg chg="mod">
          <ac:chgData name="Wai T" userId="803fb5f0506a6e42" providerId="LiveId" clId="{222894FC-9D97-4FAB-ABFB-08828321DD90}" dt="2024-08-02T10:37:04.119" v="7373"/>
          <ac:spMkLst>
            <pc:docMk/>
            <pc:sldMk cId="1848071319" sldId="271"/>
            <ac:spMk id="13" creationId="{FB6F9DD9-55D6-D342-0E10-600083E1F86F}"/>
          </ac:spMkLst>
        </pc:spChg>
        <pc:spChg chg="mod">
          <ac:chgData name="Wai T" userId="803fb5f0506a6e42" providerId="LiveId" clId="{222894FC-9D97-4FAB-ABFB-08828321DD90}" dt="2024-08-02T10:37:04.119" v="7373"/>
          <ac:spMkLst>
            <pc:docMk/>
            <pc:sldMk cId="1848071319" sldId="271"/>
            <ac:spMk id="16" creationId="{5CD7267E-31AA-74BF-E0BF-5E057479BE92}"/>
          </ac:spMkLst>
        </pc:spChg>
        <pc:spChg chg="mod">
          <ac:chgData name="Wai T" userId="803fb5f0506a6e42" providerId="LiveId" clId="{222894FC-9D97-4FAB-ABFB-08828321DD90}" dt="2024-08-02T10:37:04.119" v="7373"/>
          <ac:spMkLst>
            <pc:docMk/>
            <pc:sldMk cId="1848071319" sldId="271"/>
            <ac:spMk id="17" creationId="{6D1D010C-BB21-31B2-670D-DA83B31AB6EF}"/>
          </ac:spMkLst>
        </pc:spChg>
        <pc:spChg chg="mod">
          <ac:chgData name="Wai T" userId="803fb5f0506a6e42" providerId="LiveId" clId="{222894FC-9D97-4FAB-ABFB-08828321DD90}" dt="2024-08-02T10:37:04.119" v="7373"/>
          <ac:spMkLst>
            <pc:docMk/>
            <pc:sldMk cId="1848071319" sldId="271"/>
            <ac:spMk id="18" creationId="{AE70BEFA-A5D9-7B28-BF55-19835776BB2E}"/>
          </ac:spMkLst>
        </pc:spChg>
        <pc:spChg chg="mod">
          <ac:chgData name="Wai T" userId="803fb5f0506a6e42" providerId="LiveId" clId="{222894FC-9D97-4FAB-ABFB-08828321DD90}" dt="2024-08-02T10:37:04.119" v="7373"/>
          <ac:spMkLst>
            <pc:docMk/>
            <pc:sldMk cId="1848071319" sldId="271"/>
            <ac:spMk id="21" creationId="{1FBEB48E-169B-D631-3080-4BE09646AC81}"/>
          </ac:spMkLst>
        </pc:spChg>
        <pc:spChg chg="mod">
          <ac:chgData name="Wai T" userId="803fb5f0506a6e42" providerId="LiveId" clId="{222894FC-9D97-4FAB-ABFB-08828321DD90}" dt="2024-08-02T10:37:04.119" v="7373"/>
          <ac:spMkLst>
            <pc:docMk/>
            <pc:sldMk cId="1848071319" sldId="271"/>
            <ac:spMk id="22" creationId="{B2F4CEFC-8B9A-D594-EA25-620086370278}"/>
          </ac:spMkLst>
        </pc:spChg>
        <pc:spChg chg="mod">
          <ac:chgData name="Wai T" userId="803fb5f0506a6e42" providerId="LiveId" clId="{222894FC-9D97-4FAB-ABFB-08828321DD90}" dt="2024-08-02T10:37:04.119" v="7373"/>
          <ac:spMkLst>
            <pc:docMk/>
            <pc:sldMk cId="1848071319" sldId="271"/>
            <ac:spMk id="23" creationId="{0846AC90-20F5-4612-CCE8-622620C49349}"/>
          </ac:spMkLst>
        </pc:spChg>
        <pc:spChg chg="add mod">
          <ac:chgData name="Wai T" userId="803fb5f0506a6e42" providerId="LiveId" clId="{222894FC-9D97-4FAB-ABFB-08828321DD90}" dt="2024-08-02T10:37:04.119" v="7373"/>
          <ac:spMkLst>
            <pc:docMk/>
            <pc:sldMk cId="1848071319" sldId="271"/>
            <ac:spMk id="25" creationId="{A8D55DB2-9788-3092-FFD4-0E23399ABF7A}"/>
          </ac:spMkLst>
        </pc:spChg>
        <pc:spChg chg="mod">
          <ac:chgData name="Wai T" userId="803fb5f0506a6e42" providerId="LiveId" clId="{222894FC-9D97-4FAB-ABFB-08828321DD90}" dt="2024-08-02T10:37:22.271" v="7376"/>
          <ac:spMkLst>
            <pc:docMk/>
            <pc:sldMk cId="1848071319" sldId="271"/>
            <ac:spMk id="29" creationId="{5055A1D0-2A5D-0F95-0622-0C154033D521}"/>
          </ac:spMkLst>
        </pc:spChg>
        <pc:spChg chg="del">
          <ac:chgData name="Wai T" userId="803fb5f0506a6e42" providerId="LiveId" clId="{222894FC-9D97-4FAB-ABFB-08828321DD90}" dt="2024-08-02T10:37:21.130" v="7375" actId="478"/>
          <ac:spMkLst>
            <pc:docMk/>
            <pc:sldMk cId="1848071319" sldId="271"/>
            <ac:spMk id="30" creationId="{8C43A928-9142-ED85-BB89-78E4B7F5F56E}"/>
          </ac:spMkLst>
        </pc:spChg>
        <pc:spChg chg="mod">
          <ac:chgData name="Wai T" userId="803fb5f0506a6e42" providerId="LiveId" clId="{222894FC-9D97-4FAB-ABFB-08828321DD90}" dt="2024-08-02T10:37:22.271" v="7376"/>
          <ac:spMkLst>
            <pc:docMk/>
            <pc:sldMk cId="1848071319" sldId="271"/>
            <ac:spMk id="31" creationId="{60315B9F-12F4-EFB7-25D8-B292E2A64B34}"/>
          </ac:spMkLst>
        </pc:spChg>
        <pc:spChg chg="mod">
          <ac:chgData name="Wai T" userId="803fb5f0506a6e42" providerId="LiveId" clId="{222894FC-9D97-4FAB-ABFB-08828321DD90}" dt="2024-08-02T10:37:22.271" v="7376"/>
          <ac:spMkLst>
            <pc:docMk/>
            <pc:sldMk cId="1848071319" sldId="271"/>
            <ac:spMk id="32" creationId="{CC6A62A3-6C43-2175-2708-08A43B879B98}"/>
          </ac:spMkLst>
        </pc:spChg>
        <pc:spChg chg="mod">
          <ac:chgData name="Wai T" userId="803fb5f0506a6e42" providerId="LiveId" clId="{222894FC-9D97-4FAB-ABFB-08828321DD90}" dt="2024-08-02T10:37:22.271" v="7376"/>
          <ac:spMkLst>
            <pc:docMk/>
            <pc:sldMk cId="1848071319" sldId="271"/>
            <ac:spMk id="35" creationId="{A67E4C01-D989-D895-77BB-BF9F55BA7CFA}"/>
          </ac:spMkLst>
        </pc:spChg>
        <pc:spChg chg="mod">
          <ac:chgData name="Wai T" userId="803fb5f0506a6e42" providerId="LiveId" clId="{222894FC-9D97-4FAB-ABFB-08828321DD90}" dt="2024-08-02T10:37:22.271" v="7376"/>
          <ac:spMkLst>
            <pc:docMk/>
            <pc:sldMk cId="1848071319" sldId="271"/>
            <ac:spMk id="36" creationId="{C54F22AD-AA82-6D4C-7F1A-98E90F54DAB0}"/>
          </ac:spMkLst>
        </pc:spChg>
        <pc:spChg chg="mod">
          <ac:chgData name="Wai T" userId="803fb5f0506a6e42" providerId="LiveId" clId="{222894FC-9D97-4FAB-ABFB-08828321DD90}" dt="2024-08-02T10:37:22.271" v="7376"/>
          <ac:spMkLst>
            <pc:docMk/>
            <pc:sldMk cId="1848071319" sldId="271"/>
            <ac:spMk id="38" creationId="{2D787881-ACFE-7A3D-EAE1-22FABCE84BA9}"/>
          </ac:spMkLst>
        </pc:spChg>
        <pc:spChg chg="mod">
          <ac:chgData name="Wai T" userId="803fb5f0506a6e42" providerId="LiveId" clId="{222894FC-9D97-4FAB-ABFB-08828321DD90}" dt="2024-08-02T10:37:22.271" v="7376"/>
          <ac:spMkLst>
            <pc:docMk/>
            <pc:sldMk cId="1848071319" sldId="271"/>
            <ac:spMk id="55" creationId="{6C4CC938-E1DA-3C69-0363-B1DE4C3D9ACA}"/>
          </ac:spMkLst>
        </pc:spChg>
        <pc:spChg chg="mod">
          <ac:chgData name="Wai T" userId="803fb5f0506a6e42" providerId="LiveId" clId="{222894FC-9D97-4FAB-ABFB-08828321DD90}" dt="2024-08-02T10:37:22.271" v="7376"/>
          <ac:spMkLst>
            <pc:docMk/>
            <pc:sldMk cId="1848071319" sldId="271"/>
            <ac:spMk id="56" creationId="{3E90ABB8-BCEF-70A0-E74C-27FD7CE93EBF}"/>
          </ac:spMkLst>
        </pc:spChg>
        <pc:spChg chg="mod">
          <ac:chgData name="Wai T" userId="803fb5f0506a6e42" providerId="LiveId" clId="{222894FC-9D97-4FAB-ABFB-08828321DD90}" dt="2024-08-02T10:37:22.271" v="7376"/>
          <ac:spMkLst>
            <pc:docMk/>
            <pc:sldMk cId="1848071319" sldId="271"/>
            <ac:spMk id="57" creationId="{AFB19E46-7084-58EE-7D54-1B6D337E1D3F}"/>
          </ac:spMkLst>
        </pc:spChg>
        <pc:spChg chg="del">
          <ac:chgData name="Wai T" userId="803fb5f0506a6e42" providerId="LiveId" clId="{222894FC-9D97-4FAB-ABFB-08828321DD90}" dt="2024-08-02T10:37:21.130" v="7375" actId="478"/>
          <ac:spMkLst>
            <pc:docMk/>
            <pc:sldMk cId="1848071319" sldId="271"/>
            <ac:spMk id="65" creationId="{0E3F4BC5-0444-7B2C-6C96-8F8A4B2D5FEA}"/>
          </ac:spMkLst>
        </pc:spChg>
        <pc:spChg chg="add del mod">
          <ac:chgData name="Wai T" userId="803fb5f0506a6e42" providerId="LiveId" clId="{222894FC-9D97-4FAB-ABFB-08828321DD90}" dt="2024-08-02T10:38:02.299" v="7434" actId="478"/>
          <ac:spMkLst>
            <pc:docMk/>
            <pc:sldMk cId="1848071319" sldId="271"/>
            <ac:spMk id="67" creationId="{46BD655C-D360-5A88-012A-23A48611204B}"/>
          </ac:spMkLst>
        </pc:spChg>
        <pc:spChg chg="mod">
          <ac:chgData name="Wai T" userId="803fb5f0506a6e42" providerId="LiveId" clId="{222894FC-9D97-4FAB-ABFB-08828321DD90}" dt="2024-08-02T10:38:07.110" v="7435"/>
          <ac:spMkLst>
            <pc:docMk/>
            <pc:sldMk cId="1848071319" sldId="271"/>
            <ac:spMk id="71" creationId="{1924A168-85CC-439C-5783-8051990249E4}"/>
          </ac:spMkLst>
        </pc:spChg>
        <pc:spChg chg="mod">
          <ac:chgData name="Wai T" userId="803fb5f0506a6e42" providerId="LiveId" clId="{222894FC-9D97-4FAB-ABFB-08828321DD90}" dt="2024-08-02T10:38:07.110" v="7435"/>
          <ac:spMkLst>
            <pc:docMk/>
            <pc:sldMk cId="1848071319" sldId="271"/>
            <ac:spMk id="72" creationId="{D0E455C2-6DFC-C0CC-0764-8A16219E6A39}"/>
          </ac:spMkLst>
        </pc:spChg>
        <pc:spChg chg="mod">
          <ac:chgData name="Wai T" userId="803fb5f0506a6e42" providerId="LiveId" clId="{222894FC-9D97-4FAB-ABFB-08828321DD90}" dt="2024-08-02T10:38:07.110" v="7435"/>
          <ac:spMkLst>
            <pc:docMk/>
            <pc:sldMk cId="1848071319" sldId="271"/>
            <ac:spMk id="73" creationId="{7E483C2A-15C1-1FBA-DF6B-D8EBA02BF57A}"/>
          </ac:spMkLst>
        </pc:spChg>
        <pc:spChg chg="mod">
          <ac:chgData name="Wai T" userId="803fb5f0506a6e42" providerId="LiveId" clId="{222894FC-9D97-4FAB-ABFB-08828321DD90}" dt="2024-08-02T10:38:07.110" v="7435"/>
          <ac:spMkLst>
            <pc:docMk/>
            <pc:sldMk cId="1848071319" sldId="271"/>
            <ac:spMk id="76" creationId="{78EED4F8-A7EA-1031-C26D-2527137E3BBC}"/>
          </ac:spMkLst>
        </pc:spChg>
        <pc:spChg chg="mod">
          <ac:chgData name="Wai T" userId="803fb5f0506a6e42" providerId="LiveId" clId="{222894FC-9D97-4FAB-ABFB-08828321DD90}" dt="2024-08-02T10:38:07.110" v="7435"/>
          <ac:spMkLst>
            <pc:docMk/>
            <pc:sldMk cId="1848071319" sldId="271"/>
            <ac:spMk id="77" creationId="{528F7284-674E-0E8A-3D84-AB0DEBFA9191}"/>
          </ac:spMkLst>
        </pc:spChg>
        <pc:spChg chg="mod">
          <ac:chgData name="Wai T" userId="803fb5f0506a6e42" providerId="LiveId" clId="{222894FC-9D97-4FAB-ABFB-08828321DD90}" dt="2024-08-02T10:38:07.110" v="7435"/>
          <ac:spMkLst>
            <pc:docMk/>
            <pc:sldMk cId="1848071319" sldId="271"/>
            <ac:spMk id="78" creationId="{4A93DB12-F031-CF84-AEF9-F2A7876E6050}"/>
          </ac:spMkLst>
        </pc:spChg>
        <pc:spChg chg="mod">
          <ac:chgData name="Wai T" userId="803fb5f0506a6e42" providerId="LiveId" clId="{222894FC-9D97-4FAB-ABFB-08828321DD90}" dt="2024-08-02T10:38:07.110" v="7435"/>
          <ac:spMkLst>
            <pc:docMk/>
            <pc:sldMk cId="1848071319" sldId="271"/>
            <ac:spMk id="81" creationId="{61228619-65DE-121C-82F2-61175544F3E9}"/>
          </ac:spMkLst>
        </pc:spChg>
        <pc:spChg chg="mod">
          <ac:chgData name="Wai T" userId="803fb5f0506a6e42" providerId="LiveId" clId="{222894FC-9D97-4FAB-ABFB-08828321DD90}" dt="2024-08-02T10:38:07.110" v="7435"/>
          <ac:spMkLst>
            <pc:docMk/>
            <pc:sldMk cId="1848071319" sldId="271"/>
            <ac:spMk id="82" creationId="{8FE83518-9971-EF26-7C59-F4FFD26D7968}"/>
          </ac:spMkLst>
        </pc:spChg>
        <pc:spChg chg="mod">
          <ac:chgData name="Wai T" userId="803fb5f0506a6e42" providerId="LiveId" clId="{222894FC-9D97-4FAB-ABFB-08828321DD90}" dt="2024-08-02T10:38:07.110" v="7435"/>
          <ac:spMkLst>
            <pc:docMk/>
            <pc:sldMk cId="1848071319" sldId="271"/>
            <ac:spMk id="83" creationId="{CBC121D8-1978-2DFF-632E-CC54B94EC877}"/>
          </ac:spMkLst>
        </pc:spChg>
        <pc:spChg chg="add mod">
          <ac:chgData name="Wai T" userId="803fb5f0506a6e42" providerId="LiveId" clId="{222894FC-9D97-4FAB-ABFB-08828321DD90}" dt="2024-08-05T09:45:27.130" v="17786" actId="207"/>
          <ac:spMkLst>
            <pc:docMk/>
            <pc:sldMk cId="1848071319" sldId="271"/>
            <ac:spMk id="98" creationId="{10EB17CC-17C9-AF8F-3B58-F3307005ECE6}"/>
          </ac:spMkLst>
        </pc:spChg>
        <pc:grpChg chg="add mod">
          <ac:chgData name="Wai T" userId="803fb5f0506a6e42" providerId="LiveId" clId="{222894FC-9D97-4FAB-ABFB-08828321DD90}" dt="2024-08-02T10:37:04.119" v="7373"/>
          <ac:grpSpMkLst>
            <pc:docMk/>
            <pc:sldMk cId="1848071319" sldId="271"/>
            <ac:grpSpMk id="8" creationId="{F38BB1A6-2C19-B525-9C16-7AB3A68E2A63}"/>
          </ac:grpSpMkLst>
        </pc:grpChg>
        <pc:grpChg chg="add mod">
          <ac:chgData name="Wai T" userId="803fb5f0506a6e42" providerId="LiveId" clId="{222894FC-9D97-4FAB-ABFB-08828321DD90}" dt="2024-08-02T10:37:04.119" v="7373"/>
          <ac:grpSpMkLst>
            <pc:docMk/>
            <pc:sldMk cId="1848071319" sldId="271"/>
            <ac:grpSpMk id="15" creationId="{C9983477-882E-A37E-2F70-1617C5C871C2}"/>
          </ac:grpSpMkLst>
        </pc:grpChg>
        <pc:grpChg chg="add mod">
          <ac:chgData name="Wai T" userId="803fb5f0506a6e42" providerId="LiveId" clId="{222894FC-9D97-4FAB-ABFB-08828321DD90}" dt="2024-08-02T10:37:04.119" v="7373"/>
          <ac:grpSpMkLst>
            <pc:docMk/>
            <pc:sldMk cId="1848071319" sldId="271"/>
            <ac:grpSpMk id="20" creationId="{3E627513-4214-0070-979D-8AD24D857E95}"/>
          </ac:grpSpMkLst>
        </pc:grpChg>
        <pc:grpChg chg="add mod">
          <ac:chgData name="Wai T" userId="803fb5f0506a6e42" providerId="LiveId" clId="{222894FC-9D97-4FAB-ABFB-08828321DD90}" dt="2024-08-02T10:39:27.133" v="7450" actId="1076"/>
          <ac:grpSpMkLst>
            <pc:docMk/>
            <pc:sldMk cId="1848071319" sldId="271"/>
            <ac:grpSpMk id="28" creationId="{D0971A20-895B-186E-C69A-CD069A3D54AB}"/>
          </ac:grpSpMkLst>
        </pc:grpChg>
        <pc:grpChg chg="add mod">
          <ac:chgData name="Wai T" userId="803fb5f0506a6e42" providerId="LiveId" clId="{222894FC-9D97-4FAB-ABFB-08828321DD90}" dt="2024-08-02T10:38:17.234" v="7437" actId="1076"/>
          <ac:grpSpMkLst>
            <pc:docMk/>
            <pc:sldMk cId="1848071319" sldId="271"/>
            <ac:grpSpMk id="34" creationId="{100B006E-5498-16BF-F74F-5C0A077803F7}"/>
          </ac:grpSpMkLst>
        </pc:grpChg>
        <pc:grpChg chg="del">
          <ac:chgData name="Wai T" userId="803fb5f0506a6e42" providerId="LiveId" clId="{222894FC-9D97-4FAB-ABFB-08828321DD90}" dt="2024-08-02T10:37:21.130" v="7375" actId="478"/>
          <ac:grpSpMkLst>
            <pc:docMk/>
            <pc:sldMk cId="1848071319" sldId="271"/>
            <ac:grpSpMk id="37" creationId="{89AD4AB0-0AE8-C7AE-9EA6-9C85296BD847}"/>
          </ac:grpSpMkLst>
        </pc:grpChg>
        <pc:grpChg chg="del">
          <ac:chgData name="Wai T" userId="803fb5f0506a6e42" providerId="LiveId" clId="{222894FC-9D97-4FAB-ABFB-08828321DD90}" dt="2024-08-02T10:37:21.130" v="7375" actId="478"/>
          <ac:grpSpMkLst>
            <pc:docMk/>
            <pc:sldMk cId="1848071319" sldId="271"/>
            <ac:grpSpMk id="39" creationId="{D1BA9162-7E67-2AF1-DD8A-BADE34895D6D}"/>
          </ac:grpSpMkLst>
        </pc:grpChg>
        <pc:grpChg chg="del">
          <ac:chgData name="Wai T" userId="803fb5f0506a6e42" providerId="LiveId" clId="{222894FC-9D97-4FAB-ABFB-08828321DD90}" dt="2024-08-02T10:37:21.130" v="7375" actId="478"/>
          <ac:grpSpMkLst>
            <pc:docMk/>
            <pc:sldMk cId="1848071319" sldId="271"/>
            <ac:grpSpMk id="47" creationId="{464F2964-49FB-0521-DD29-EDAA52DF084A}"/>
          </ac:grpSpMkLst>
        </pc:grpChg>
        <pc:grpChg chg="add mod">
          <ac:chgData name="Wai T" userId="803fb5f0506a6e42" providerId="LiveId" clId="{222894FC-9D97-4FAB-ABFB-08828321DD90}" dt="2024-08-02T10:39:34.724" v="7453" actId="1076"/>
          <ac:grpSpMkLst>
            <pc:docMk/>
            <pc:sldMk cId="1848071319" sldId="271"/>
            <ac:grpSpMk id="54" creationId="{4FF52B07-3736-85AC-69B3-5EABB3CE276E}"/>
          </ac:grpSpMkLst>
        </pc:grpChg>
        <pc:grpChg chg="del">
          <ac:chgData name="Wai T" userId="803fb5f0506a6e42" providerId="LiveId" clId="{222894FC-9D97-4FAB-ABFB-08828321DD90}" dt="2024-08-02T10:37:21.130" v="7375" actId="478"/>
          <ac:grpSpMkLst>
            <pc:docMk/>
            <pc:sldMk cId="1848071319" sldId="271"/>
            <ac:grpSpMk id="58" creationId="{829E9D44-0455-8A1D-1722-FD83DB988BF9}"/>
          </ac:grpSpMkLst>
        </pc:grpChg>
        <pc:grpChg chg="add mod">
          <ac:chgData name="Wai T" userId="803fb5f0506a6e42" providerId="LiveId" clId="{222894FC-9D97-4FAB-ABFB-08828321DD90}" dt="2024-08-02T10:38:09.261" v="7436" actId="1076"/>
          <ac:grpSpMkLst>
            <pc:docMk/>
            <pc:sldMk cId="1848071319" sldId="271"/>
            <ac:grpSpMk id="70" creationId="{E05D8EFA-493E-9F0B-43C6-8372CD0DCD41}"/>
          </ac:grpSpMkLst>
        </pc:grpChg>
        <pc:grpChg chg="add mod">
          <ac:chgData name="Wai T" userId="803fb5f0506a6e42" providerId="LiveId" clId="{222894FC-9D97-4FAB-ABFB-08828321DD90}" dt="2024-08-02T10:39:31.506" v="7452" actId="1076"/>
          <ac:grpSpMkLst>
            <pc:docMk/>
            <pc:sldMk cId="1848071319" sldId="271"/>
            <ac:grpSpMk id="75" creationId="{3BF613F0-3EEC-9969-DD0A-E1938C102947}"/>
          </ac:grpSpMkLst>
        </pc:grpChg>
        <pc:grpChg chg="add mod">
          <ac:chgData name="Wai T" userId="803fb5f0506a6e42" providerId="LiveId" clId="{222894FC-9D97-4FAB-ABFB-08828321DD90}" dt="2024-08-02T10:39:22.431" v="7449" actId="1076"/>
          <ac:grpSpMkLst>
            <pc:docMk/>
            <pc:sldMk cId="1848071319" sldId="271"/>
            <ac:grpSpMk id="80" creationId="{93241B17-5BF9-67F7-0068-46CEDB880507}"/>
          </ac:grpSpMkLst>
        </pc:grpChg>
        <pc:cxnChg chg="mod">
          <ac:chgData name="Wai T" userId="803fb5f0506a6e42" providerId="LiveId" clId="{222894FC-9D97-4FAB-ABFB-08828321DD90}" dt="2024-08-02T10:37:21.130" v="7375" actId="478"/>
          <ac:cxnSpMkLst>
            <pc:docMk/>
            <pc:sldMk cId="1848071319" sldId="271"/>
            <ac:cxnSpMk id="11" creationId="{FF8529F2-1189-6E68-91E8-0C9B8CCC83C2}"/>
          </ac:cxnSpMkLst>
        </pc:cxnChg>
        <pc:cxnChg chg="mod">
          <ac:chgData name="Wai T" userId="803fb5f0506a6e42" providerId="LiveId" clId="{222894FC-9D97-4FAB-ABFB-08828321DD90}" dt="2024-08-02T10:37:04.119" v="7373"/>
          <ac:cxnSpMkLst>
            <pc:docMk/>
            <pc:sldMk cId="1848071319" sldId="271"/>
            <ac:cxnSpMk id="14" creationId="{6A2F07FF-D8F8-C447-5471-AD11A4613942}"/>
          </ac:cxnSpMkLst>
        </pc:cxnChg>
        <pc:cxnChg chg="mod">
          <ac:chgData name="Wai T" userId="803fb5f0506a6e42" providerId="LiveId" clId="{222894FC-9D97-4FAB-ABFB-08828321DD90}" dt="2024-08-02T10:37:04.119" v="7373"/>
          <ac:cxnSpMkLst>
            <pc:docMk/>
            <pc:sldMk cId="1848071319" sldId="271"/>
            <ac:cxnSpMk id="19" creationId="{45B6FFEC-D008-FB6B-1EB8-07E1D4EF4DC1}"/>
          </ac:cxnSpMkLst>
        </pc:cxnChg>
        <pc:cxnChg chg="mod">
          <ac:chgData name="Wai T" userId="803fb5f0506a6e42" providerId="LiveId" clId="{222894FC-9D97-4FAB-ABFB-08828321DD90}" dt="2024-08-02T10:37:04.119" v="7373"/>
          <ac:cxnSpMkLst>
            <pc:docMk/>
            <pc:sldMk cId="1848071319" sldId="271"/>
            <ac:cxnSpMk id="24" creationId="{6689018E-C02F-3D76-476F-05EBD87D5E8D}"/>
          </ac:cxnSpMkLst>
        </pc:cxnChg>
        <pc:cxnChg chg="add mod">
          <ac:chgData name="Wai T" userId="803fb5f0506a6e42" providerId="LiveId" clId="{222894FC-9D97-4FAB-ABFB-08828321DD90}" dt="2024-08-02T10:37:04.119" v="7373"/>
          <ac:cxnSpMkLst>
            <pc:docMk/>
            <pc:sldMk cId="1848071319" sldId="271"/>
            <ac:cxnSpMk id="26" creationId="{7B8D883B-7F45-823C-8BD1-D3535A162898}"/>
          </ac:cxnSpMkLst>
        </pc:cxnChg>
        <pc:cxnChg chg="add mod">
          <ac:chgData name="Wai T" userId="803fb5f0506a6e42" providerId="LiveId" clId="{222894FC-9D97-4FAB-ABFB-08828321DD90}" dt="2024-08-02T10:37:04.119" v="7373"/>
          <ac:cxnSpMkLst>
            <pc:docMk/>
            <pc:sldMk cId="1848071319" sldId="271"/>
            <ac:cxnSpMk id="27" creationId="{086126F9-1B43-B300-6BE5-67AD1684D9C8}"/>
          </ac:cxnSpMkLst>
        </pc:cxnChg>
        <pc:cxnChg chg="mod">
          <ac:chgData name="Wai T" userId="803fb5f0506a6e42" providerId="LiveId" clId="{222894FC-9D97-4FAB-ABFB-08828321DD90}" dt="2024-08-02T10:39:40.112" v="7454" actId="14100"/>
          <ac:cxnSpMkLst>
            <pc:docMk/>
            <pc:sldMk cId="1848071319" sldId="271"/>
            <ac:cxnSpMk id="33" creationId="{8CEE856E-4E7E-709B-CAEB-45C5CB102D4B}"/>
          </ac:cxnSpMkLst>
        </pc:cxnChg>
        <pc:cxnChg chg="mod">
          <ac:chgData name="Wai T" userId="803fb5f0506a6e42" providerId="LiveId" clId="{222894FC-9D97-4FAB-ABFB-08828321DD90}" dt="2024-08-02T10:39:34.724" v="7453" actId="1076"/>
          <ac:cxnSpMkLst>
            <pc:docMk/>
            <pc:sldMk cId="1848071319" sldId="271"/>
            <ac:cxnSpMk id="40" creationId="{594F07EC-D4C8-A439-3F13-F7F1CBF36CA0}"/>
          </ac:cxnSpMkLst>
        </pc:cxnChg>
        <pc:cxnChg chg="mod">
          <ac:chgData name="Wai T" userId="803fb5f0506a6e42" providerId="LiveId" clId="{222894FC-9D97-4FAB-ABFB-08828321DD90}" dt="2024-08-02T10:37:21.130" v="7375" actId="478"/>
          <ac:cxnSpMkLst>
            <pc:docMk/>
            <pc:sldMk cId="1848071319" sldId="271"/>
            <ac:cxnSpMk id="44" creationId="{6822F00D-BBBE-C40B-3854-262423172CA6}"/>
          </ac:cxnSpMkLst>
        </pc:cxnChg>
        <pc:cxnChg chg="mod">
          <ac:chgData name="Wai T" userId="803fb5f0506a6e42" providerId="LiveId" clId="{222894FC-9D97-4FAB-ABFB-08828321DD90}" dt="2024-08-02T10:37:21.130" v="7375" actId="478"/>
          <ac:cxnSpMkLst>
            <pc:docMk/>
            <pc:sldMk cId="1848071319" sldId="271"/>
            <ac:cxnSpMk id="46" creationId="{9BB0A88D-62F7-69B6-4DF9-5DB2857437FF}"/>
          </ac:cxnSpMkLst>
        </pc:cxnChg>
        <pc:cxnChg chg="mod">
          <ac:chgData name="Wai T" userId="803fb5f0506a6e42" providerId="LiveId" clId="{222894FC-9D97-4FAB-ABFB-08828321DD90}" dt="2024-08-02T10:37:21.130" v="7375" actId="478"/>
          <ac:cxnSpMkLst>
            <pc:docMk/>
            <pc:sldMk cId="1848071319" sldId="271"/>
            <ac:cxnSpMk id="51" creationId="{EF13619D-AD97-3D90-4FFC-5DE6F20BF091}"/>
          </ac:cxnSpMkLst>
        </pc:cxnChg>
        <pc:cxnChg chg="mod">
          <ac:chgData name="Wai T" userId="803fb5f0506a6e42" providerId="LiveId" clId="{222894FC-9D97-4FAB-ABFB-08828321DD90}" dt="2024-08-02T10:37:21.130" v="7375" actId="478"/>
          <ac:cxnSpMkLst>
            <pc:docMk/>
            <pc:sldMk cId="1848071319" sldId="271"/>
            <ac:cxnSpMk id="53" creationId="{66FBD455-C999-2911-C1BD-95CA26F1DE06}"/>
          </ac:cxnSpMkLst>
        </pc:cxnChg>
        <pc:cxnChg chg="mod">
          <ac:chgData name="Wai T" userId="803fb5f0506a6e42" providerId="LiveId" clId="{222894FC-9D97-4FAB-ABFB-08828321DD90}" dt="2024-08-02T10:37:21.130" v="7375" actId="478"/>
          <ac:cxnSpMkLst>
            <pc:docMk/>
            <pc:sldMk cId="1848071319" sldId="271"/>
            <ac:cxnSpMk id="62" creationId="{50A2949F-55CA-0F13-CB83-4C8D9FA66339}"/>
          </ac:cxnSpMkLst>
        </pc:cxnChg>
        <pc:cxnChg chg="mod">
          <ac:chgData name="Wai T" userId="803fb5f0506a6e42" providerId="LiveId" clId="{222894FC-9D97-4FAB-ABFB-08828321DD90}" dt="2024-08-02T10:37:21.130" v="7375" actId="478"/>
          <ac:cxnSpMkLst>
            <pc:docMk/>
            <pc:sldMk cId="1848071319" sldId="271"/>
            <ac:cxnSpMk id="64" creationId="{12080A03-2904-4936-1F16-16AB78A430DF}"/>
          </ac:cxnSpMkLst>
        </pc:cxnChg>
        <pc:cxnChg chg="mod">
          <ac:chgData name="Wai T" userId="803fb5f0506a6e42" providerId="LiveId" clId="{222894FC-9D97-4FAB-ABFB-08828321DD90}" dt="2024-08-02T10:39:59.265" v="7458" actId="14100"/>
          <ac:cxnSpMkLst>
            <pc:docMk/>
            <pc:sldMk cId="1848071319" sldId="271"/>
            <ac:cxnSpMk id="66" creationId="{5A065F7D-53D5-D91C-94A6-7DA84149F3CF}"/>
          </ac:cxnSpMkLst>
        </pc:cxnChg>
        <pc:cxnChg chg="add del mod">
          <ac:chgData name="Wai T" userId="803fb5f0506a6e42" providerId="LiveId" clId="{222894FC-9D97-4FAB-ABFB-08828321DD90}" dt="2024-08-02T10:37:55.426" v="7432" actId="478"/>
          <ac:cxnSpMkLst>
            <pc:docMk/>
            <pc:sldMk cId="1848071319" sldId="271"/>
            <ac:cxnSpMk id="68" creationId="{E6FB68C5-04B8-9B51-6AB8-61093AE108C2}"/>
          </ac:cxnSpMkLst>
        </pc:cxnChg>
        <pc:cxnChg chg="add del mod">
          <ac:chgData name="Wai T" userId="803fb5f0506a6e42" providerId="LiveId" clId="{222894FC-9D97-4FAB-ABFB-08828321DD90}" dt="2024-08-02T10:37:51.761" v="7431" actId="478"/>
          <ac:cxnSpMkLst>
            <pc:docMk/>
            <pc:sldMk cId="1848071319" sldId="271"/>
            <ac:cxnSpMk id="69" creationId="{F50037B7-B8A4-C8CF-D295-570370148311}"/>
          </ac:cxnSpMkLst>
        </pc:cxnChg>
        <pc:cxnChg chg="mod">
          <ac:chgData name="Wai T" userId="803fb5f0506a6e42" providerId="LiveId" clId="{222894FC-9D97-4FAB-ABFB-08828321DD90}" dt="2024-08-02T10:39:45.486" v="7455" actId="14100"/>
          <ac:cxnSpMkLst>
            <pc:docMk/>
            <pc:sldMk cId="1848071319" sldId="271"/>
            <ac:cxnSpMk id="74" creationId="{49488A78-7E1D-42B9-D54C-CCA60A1B1318}"/>
          </ac:cxnSpMkLst>
        </pc:cxnChg>
        <pc:cxnChg chg="mod">
          <ac:chgData name="Wai T" userId="803fb5f0506a6e42" providerId="LiveId" clId="{222894FC-9D97-4FAB-ABFB-08828321DD90}" dt="2024-08-02T10:39:50.720" v="7456" actId="14100"/>
          <ac:cxnSpMkLst>
            <pc:docMk/>
            <pc:sldMk cId="1848071319" sldId="271"/>
            <ac:cxnSpMk id="79" creationId="{6EA98FF2-9F5F-6D0E-4286-C01733150CE4}"/>
          </ac:cxnSpMkLst>
        </pc:cxnChg>
        <pc:cxnChg chg="mod">
          <ac:chgData name="Wai T" userId="803fb5f0506a6e42" providerId="LiveId" clId="{222894FC-9D97-4FAB-ABFB-08828321DD90}" dt="2024-08-02T10:39:54.533" v="7457" actId="14100"/>
          <ac:cxnSpMkLst>
            <pc:docMk/>
            <pc:sldMk cId="1848071319" sldId="271"/>
            <ac:cxnSpMk id="84" creationId="{A82ED0DC-B458-B306-B636-64AA6290C2E1}"/>
          </ac:cxnSpMkLst>
        </pc:cxnChg>
      </pc:sldChg>
      <pc:sldChg chg="addSp modSp new mod">
        <pc:chgData name="Wai T" userId="803fb5f0506a6e42" providerId="LiveId" clId="{222894FC-9D97-4FAB-ABFB-08828321DD90}" dt="2024-08-05T09:47:20.711" v="17797" actId="1076"/>
        <pc:sldMkLst>
          <pc:docMk/>
          <pc:sldMk cId="3080249662" sldId="272"/>
        </pc:sldMkLst>
        <pc:spChg chg="mod">
          <ac:chgData name="Wai T" userId="803fb5f0506a6e42" providerId="LiveId" clId="{222894FC-9D97-4FAB-ABFB-08828321DD90}" dt="2024-08-02T10:43:33.581" v="7574" actId="20577"/>
          <ac:spMkLst>
            <pc:docMk/>
            <pc:sldMk cId="3080249662" sldId="272"/>
            <ac:spMk id="2" creationId="{A3F3BB0C-4C59-E76A-A6ED-3AA3782C2C8C}"/>
          </ac:spMkLst>
        </pc:spChg>
        <pc:spChg chg="mod">
          <ac:chgData name="Wai T" userId="803fb5f0506a6e42" providerId="LiveId" clId="{222894FC-9D97-4FAB-ABFB-08828321DD90}" dt="2024-08-05T09:47:17.821" v="17796"/>
          <ac:spMkLst>
            <pc:docMk/>
            <pc:sldMk cId="3080249662" sldId="272"/>
            <ac:spMk id="5" creationId="{9766B5EF-5C8C-119E-9600-779B4B64FA73}"/>
          </ac:spMkLst>
        </pc:spChg>
        <pc:spChg chg="mod">
          <ac:chgData name="Wai T" userId="803fb5f0506a6e42" providerId="LiveId" clId="{222894FC-9D97-4FAB-ABFB-08828321DD90}" dt="2024-08-05T09:47:17.821" v="17796"/>
          <ac:spMkLst>
            <pc:docMk/>
            <pc:sldMk cId="3080249662" sldId="272"/>
            <ac:spMk id="8" creationId="{E955C0AD-01B1-98FE-62BF-F6AE2A0715AB}"/>
          </ac:spMkLst>
        </pc:spChg>
        <pc:spChg chg="mod">
          <ac:chgData name="Wai T" userId="803fb5f0506a6e42" providerId="LiveId" clId="{222894FC-9D97-4FAB-ABFB-08828321DD90}" dt="2024-08-05T09:47:17.821" v="17796"/>
          <ac:spMkLst>
            <pc:docMk/>
            <pc:sldMk cId="3080249662" sldId="272"/>
            <ac:spMk id="9" creationId="{86331FF4-BCDC-0C99-D2D5-80A3B5013884}"/>
          </ac:spMkLst>
        </pc:spChg>
        <pc:spChg chg="mod">
          <ac:chgData name="Wai T" userId="803fb5f0506a6e42" providerId="LiveId" clId="{222894FC-9D97-4FAB-ABFB-08828321DD90}" dt="2024-08-05T09:47:17.821" v="17796"/>
          <ac:spMkLst>
            <pc:docMk/>
            <pc:sldMk cId="3080249662" sldId="272"/>
            <ac:spMk id="12" creationId="{7A6F831E-3456-48C1-3103-075B96F48FB4}"/>
          </ac:spMkLst>
        </pc:spChg>
        <pc:spChg chg="mod">
          <ac:chgData name="Wai T" userId="803fb5f0506a6e42" providerId="LiveId" clId="{222894FC-9D97-4FAB-ABFB-08828321DD90}" dt="2024-08-05T09:47:17.821" v="17796"/>
          <ac:spMkLst>
            <pc:docMk/>
            <pc:sldMk cId="3080249662" sldId="272"/>
            <ac:spMk id="14" creationId="{2AA5D5D1-5DFD-99E2-85A5-9801CA29DF18}"/>
          </ac:spMkLst>
        </pc:spChg>
        <pc:grpChg chg="add mod">
          <ac:chgData name="Wai T" userId="803fb5f0506a6e42" providerId="LiveId" clId="{222894FC-9D97-4FAB-ABFB-08828321DD90}" dt="2024-08-05T09:47:20.711" v="17797" actId="1076"/>
          <ac:grpSpMkLst>
            <pc:docMk/>
            <pc:sldMk cId="3080249662" sldId="272"/>
            <ac:grpSpMk id="4" creationId="{F46FB85E-E003-61E6-A472-7603F14E2D37}"/>
          </ac:grpSpMkLst>
        </pc:grpChg>
        <pc:grpChg chg="mod">
          <ac:chgData name="Wai T" userId="803fb5f0506a6e42" providerId="LiveId" clId="{222894FC-9D97-4FAB-ABFB-08828321DD90}" dt="2024-08-05T09:47:17.821" v="17796"/>
          <ac:grpSpMkLst>
            <pc:docMk/>
            <pc:sldMk cId="3080249662" sldId="272"/>
            <ac:grpSpMk id="6" creationId="{EFE05F9F-F448-9BA7-C262-8CF07A69B695}"/>
          </ac:grpSpMkLst>
        </pc:grpChg>
        <pc:grpChg chg="mod">
          <ac:chgData name="Wai T" userId="803fb5f0506a6e42" providerId="LiveId" clId="{222894FC-9D97-4FAB-ABFB-08828321DD90}" dt="2024-08-05T09:47:17.821" v="17796"/>
          <ac:grpSpMkLst>
            <pc:docMk/>
            <pc:sldMk cId="3080249662" sldId="272"/>
            <ac:grpSpMk id="7" creationId="{A44405E8-9122-75F0-3553-30AA49CAF236}"/>
          </ac:grpSpMkLst>
        </pc:grpChg>
        <pc:cxnChg chg="mod">
          <ac:chgData name="Wai T" userId="803fb5f0506a6e42" providerId="LiveId" clId="{222894FC-9D97-4FAB-ABFB-08828321DD90}" dt="2024-08-05T09:47:17.821" v="17796"/>
          <ac:cxnSpMkLst>
            <pc:docMk/>
            <pc:sldMk cId="3080249662" sldId="272"/>
            <ac:cxnSpMk id="10" creationId="{6C3FC206-CFB4-C87A-4C33-A04087B4214C}"/>
          </ac:cxnSpMkLst>
        </pc:cxnChg>
        <pc:cxnChg chg="mod">
          <ac:chgData name="Wai T" userId="803fb5f0506a6e42" providerId="LiveId" clId="{222894FC-9D97-4FAB-ABFB-08828321DD90}" dt="2024-08-05T09:47:17.821" v="17796"/>
          <ac:cxnSpMkLst>
            <pc:docMk/>
            <pc:sldMk cId="3080249662" sldId="272"/>
            <ac:cxnSpMk id="11" creationId="{97C391A7-472C-1934-80C6-055BA288CAB8}"/>
          </ac:cxnSpMkLst>
        </pc:cxnChg>
        <pc:cxnChg chg="mod">
          <ac:chgData name="Wai T" userId="803fb5f0506a6e42" providerId="LiveId" clId="{222894FC-9D97-4FAB-ABFB-08828321DD90}" dt="2024-08-05T09:47:17.821" v="17796"/>
          <ac:cxnSpMkLst>
            <pc:docMk/>
            <pc:sldMk cId="3080249662" sldId="272"/>
            <ac:cxnSpMk id="13" creationId="{A05987A4-F1FC-41C8-0B5E-AC289A479CF9}"/>
          </ac:cxnSpMkLst>
        </pc:cxnChg>
        <pc:cxnChg chg="mod">
          <ac:chgData name="Wai T" userId="803fb5f0506a6e42" providerId="LiveId" clId="{222894FC-9D97-4FAB-ABFB-08828321DD90}" dt="2024-08-05T09:47:17.821" v="17796"/>
          <ac:cxnSpMkLst>
            <pc:docMk/>
            <pc:sldMk cId="3080249662" sldId="272"/>
            <ac:cxnSpMk id="15" creationId="{FD5F89A7-D125-5DEB-4597-4CBCAE9AED4D}"/>
          </ac:cxnSpMkLst>
        </pc:cxnChg>
      </pc:sldChg>
      <pc:sldChg chg="new del">
        <pc:chgData name="Wai T" userId="803fb5f0506a6e42" providerId="LiveId" clId="{222894FC-9D97-4FAB-ABFB-08828321DD90}" dt="2024-08-02T13:02:20.202" v="11018" actId="47"/>
        <pc:sldMkLst>
          <pc:docMk/>
          <pc:sldMk cId="2141800685" sldId="273"/>
        </pc:sldMkLst>
      </pc:sldChg>
      <pc:sldChg chg="addSp modSp new mod modAnim">
        <pc:chgData name="Wai T" userId="803fb5f0506a6e42" providerId="LiveId" clId="{222894FC-9D97-4FAB-ABFB-08828321DD90}" dt="2024-08-05T15:57:13.796" v="22064" actId="20577"/>
        <pc:sldMkLst>
          <pc:docMk/>
          <pc:sldMk cId="2806307993" sldId="274"/>
        </pc:sldMkLst>
        <pc:spChg chg="mod">
          <ac:chgData name="Wai T" userId="803fb5f0506a6e42" providerId="LiveId" clId="{222894FC-9D97-4FAB-ABFB-08828321DD90}" dt="2024-08-02T10:44:16.742" v="7598" actId="20577"/>
          <ac:spMkLst>
            <pc:docMk/>
            <pc:sldMk cId="2806307993" sldId="274"/>
            <ac:spMk id="2" creationId="{1AE535E4-D566-F3D6-568A-5540023B5E13}"/>
          </ac:spMkLst>
        </pc:spChg>
        <pc:spChg chg="mod">
          <ac:chgData name="Wai T" userId="803fb5f0506a6e42" providerId="LiveId" clId="{222894FC-9D97-4FAB-ABFB-08828321DD90}" dt="2024-08-05T15:57:13.796" v="22064" actId="20577"/>
          <ac:spMkLst>
            <pc:docMk/>
            <pc:sldMk cId="2806307993" sldId="274"/>
            <ac:spMk id="3" creationId="{448E7F8F-CEBF-123E-A884-0AD6B0449545}"/>
          </ac:spMkLst>
        </pc:spChg>
        <pc:spChg chg="mod">
          <ac:chgData name="Wai T" userId="803fb5f0506a6e42" providerId="LiveId" clId="{222894FC-9D97-4FAB-ABFB-08828321DD90}" dt="2024-08-05T09:46:15.557" v="17790"/>
          <ac:spMkLst>
            <pc:docMk/>
            <pc:sldMk cId="2806307993" sldId="274"/>
            <ac:spMk id="5" creationId="{74F7DC13-2FA5-EAB2-49B5-700C39C817A8}"/>
          </ac:spMkLst>
        </pc:spChg>
        <pc:spChg chg="mod">
          <ac:chgData name="Wai T" userId="803fb5f0506a6e42" providerId="LiveId" clId="{222894FC-9D97-4FAB-ABFB-08828321DD90}" dt="2024-08-05T09:46:15.557" v="17790"/>
          <ac:spMkLst>
            <pc:docMk/>
            <pc:sldMk cId="2806307993" sldId="274"/>
            <ac:spMk id="8" creationId="{C8F6930A-0EF9-08CE-857F-C494F05141A1}"/>
          </ac:spMkLst>
        </pc:spChg>
        <pc:spChg chg="mod">
          <ac:chgData name="Wai T" userId="803fb5f0506a6e42" providerId="LiveId" clId="{222894FC-9D97-4FAB-ABFB-08828321DD90}" dt="2024-08-05T09:46:15.557" v="17790"/>
          <ac:spMkLst>
            <pc:docMk/>
            <pc:sldMk cId="2806307993" sldId="274"/>
            <ac:spMk id="9" creationId="{C79DC0F2-7366-3E04-8F16-CAACE13F1861}"/>
          </ac:spMkLst>
        </pc:spChg>
        <pc:spChg chg="mod">
          <ac:chgData name="Wai T" userId="803fb5f0506a6e42" providerId="LiveId" clId="{222894FC-9D97-4FAB-ABFB-08828321DD90}" dt="2024-08-05T09:46:15.557" v="17790"/>
          <ac:spMkLst>
            <pc:docMk/>
            <pc:sldMk cId="2806307993" sldId="274"/>
            <ac:spMk id="12" creationId="{B165243F-8E92-D785-9F6D-69A4F0B451AE}"/>
          </ac:spMkLst>
        </pc:spChg>
        <pc:spChg chg="mod">
          <ac:chgData name="Wai T" userId="803fb5f0506a6e42" providerId="LiveId" clId="{222894FC-9D97-4FAB-ABFB-08828321DD90}" dt="2024-08-05T09:46:15.557" v="17790"/>
          <ac:spMkLst>
            <pc:docMk/>
            <pc:sldMk cId="2806307993" sldId="274"/>
            <ac:spMk id="14" creationId="{D8D48C6C-7364-434B-B89D-A2D668E80106}"/>
          </ac:spMkLst>
        </pc:spChg>
        <pc:grpChg chg="add mod">
          <ac:chgData name="Wai T" userId="803fb5f0506a6e42" providerId="LiveId" clId="{222894FC-9D97-4FAB-ABFB-08828321DD90}" dt="2024-08-05T09:46:20.778" v="17791" actId="1076"/>
          <ac:grpSpMkLst>
            <pc:docMk/>
            <pc:sldMk cId="2806307993" sldId="274"/>
            <ac:grpSpMk id="4" creationId="{5F50DF21-1D9C-2188-936F-6A11AD5D70C4}"/>
          </ac:grpSpMkLst>
        </pc:grpChg>
        <pc:grpChg chg="mod">
          <ac:chgData name="Wai T" userId="803fb5f0506a6e42" providerId="LiveId" clId="{222894FC-9D97-4FAB-ABFB-08828321DD90}" dt="2024-08-05T09:46:15.557" v="17790"/>
          <ac:grpSpMkLst>
            <pc:docMk/>
            <pc:sldMk cId="2806307993" sldId="274"/>
            <ac:grpSpMk id="6" creationId="{AAE1180D-4D77-1EB0-77CD-ADE5AC2012AB}"/>
          </ac:grpSpMkLst>
        </pc:grpChg>
        <pc:grpChg chg="mod">
          <ac:chgData name="Wai T" userId="803fb5f0506a6e42" providerId="LiveId" clId="{222894FC-9D97-4FAB-ABFB-08828321DD90}" dt="2024-08-05T09:46:15.557" v="17790"/>
          <ac:grpSpMkLst>
            <pc:docMk/>
            <pc:sldMk cId="2806307993" sldId="274"/>
            <ac:grpSpMk id="7" creationId="{F926B948-55BE-09D6-97F6-76F55AF54E30}"/>
          </ac:grpSpMkLst>
        </pc:grpChg>
        <pc:cxnChg chg="mod">
          <ac:chgData name="Wai T" userId="803fb5f0506a6e42" providerId="LiveId" clId="{222894FC-9D97-4FAB-ABFB-08828321DD90}" dt="2024-08-05T09:46:15.557" v="17790"/>
          <ac:cxnSpMkLst>
            <pc:docMk/>
            <pc:sldMk cId="2806307993" sldId="274"/>
            <ac:cxnSpMk id="10" creationId="{2B102D43-556E-513D-B283-2400821F9902}"/>
          </ac:cxnSpMkLst>
        </pc:cxnChg>
        <pc:cxnChg chg="mod">
          <ac:chgData name="Wai T" userId="803fb5f0506a6e42" providerId="LiveId" clId="{222894FC-9D97-4FAB-ABFB-08828321DD90}" dt="2024-08-05T09:46:15.557" v="17790"/>
          <ac:cxnSpMkLst>
            <pc:docMk/>
            <pc:sldMk cId="2806307993" sldId="274"/>
            <ac:cxnSpMk id="11" creationId="{A499A801-8D28-7BE7-592B-4CB5029947DC}"/>
          </ac:cxnSpMkLst>
        </pc:cxnChg>
        <pc:cxnChg chg="mod">
          <ac:chgData name="Wai T" userId="803fb5f0506a6e42" providerId="LiveId" clId="{222894FC-9D97-4FAB-ABFB-08828321DD90}" dt="2024-08-05T09:46:15.557" v="17790"/>
          <ac:cxnSpMkLst>
            <pc:docMk/>
            <pc:sldMk cId="2806307993" sldId="274"/>
            <ac:cxnSpMk id="13" creationId="{DBC078F5-4186-3B7F-DDA4-0364B35F9DD1}"/>
          </ac:cxnSpMkLst>
        </pc:cxnChg>
        <pc:cxnChg chg="mod">
          <ac:chgData name="Wai T" userId="803fb5f0506a6e42" providerId="LiveId" clId="{222894FC-9D97-4FAB-ABFB-08828321DD90}" dt="2024-08-05T09:46:15.557" v="17790"/>
          <ac:cxnSpMkLst>
            <pc:docMk/>
            <pc:sldMk cId="2806307993" sldId="274"/>
            <ac:cxnSpMk id="15" creationId="{9D7963BF-D1BD-CC11-BF29-DE56BA94792D}"/>
          </ac:cxnSpMkLst>
        </pc:cxnChg>
      </pc:sldChg>
      <pc:sldChg chg="addSp delSp modSp new mod modAnim">
        <pc:chgData name="Wai T" userId="803fb5f0506a6e42" providerId="LiveId" clId="{222894FC-9D97-4FAB-ABFB-08828321DD90}" dt="2024-08-05T14:18:21.491" v="19872"/>
        <pc:sldMkLst>
          <pc:docMk/>
          <pc:sldMk cId="1013913508" sldId="275"/>
        </pc:sldMkLst>
        <pc:spChg chg="mod">
          <ac:chgData name="Wai T" userId="803fb5f0506a6e42" providerId="LiveId" clId="{222894FC-9D97-4FAB-ABFB-08828321DD90}" dt="2024-08-02T10:50:50.433" v="8084" actId="20577"/>
          <ac:spMkLst>
            <pc:docMk/>
            <pc:sldMk cId="1013913508" sldId="275"/>
            <ac:spMk id="2" creationId="{0578F80C-7CB4-5346-90B3-E5BFB92E54DA}"/>
          </ac:spMkLst>
        </pc:spChg>
        <pc:spChg chg="add del mod">
          <ac:chgData name="Wai T" userId="803fb5f0506a6e42" providerId="LiveId" clId="{222894FC-9D97-4FAB-ABFB-08828321DD90}" dt="2024-08-02T10:52:24.064" v="8093" actId="478"/>
          <ac:spMkLst>
            <pc:docMk/>
            <pc:sldMk cId="1013913508" sldId="275"/>
            <ac:spMk id="3" creationId="{3055011A-7B45-22E1-C82D-278E7D08FDC5}"/>
          </ac:spMkLst>
        </pc:spChg>
        <pc:spChg chg="add mod topLvl">
          <ac:chgData name="Wai T" userId="803fb5f0506a6e42" providerId="LiveId" clId="{222894FC-9D97-4FAB-ABFB-08828321DD90}" dt="2024-08-05T14:14:15.497" v="19837" actId="164"/>
          <ac:spMkLst>
            <pc:docMk/>
            <pc:sldMk cId="1013913508" sldId="275"/>
            <ac:spMk id="3" creationId="{59148149-4B51-7801-36E4-B0849BB2A071}"/>
          </ac:spMkLst>
        </pc:spChg>
        <pc:spChg chg="add del mod">
          <ac:chgData name="Wai T" userId="803fb5f0506a6e42" providerId="LiveId" clId="{222894FC-9D97-4FAB-ABFB-08828321DD90}" dt="2024-08-02T10:51:47.075" v="8088" actId="478"/>
          <ac:spMkLst>
            <pc:docMk/>
            <pc:sldMk cId="1013913508" sldId="275"/>
            <ac:spMk id="4" creationId="{45D7DE0D-50DE-CA74-D5D5-CFA8A4EE8547}"/>
          </ac:spMkLst>
        </pc:spChg>
        <pc:spChg chg="add mod topLvl">
          <ac:chgData name="Wai T" userId="803fb5f0506a6e42" providerId="LiveId" clId="{222894FC-9D97-4FAB-ABFB-08828321DD90}" dt="2024-08-05T14:14:20.417" v="19838" actId="164"/>
          <ac:spMkLst>
            <pc:docMk/>
            <pc:sldMk cId="1013913508" sldId="275"/>
            <ac:spMk id="4" creationId="{E214DB0F-6536-E868-9EE1-F815FCEC6E5A}"/>
          </ac:spMkLst>
        </pc:spChg>
        <pc:spChg chg="add mod">
          <ac:chgData name="Wai T" userId="803fb5f0506a6e42" providerId="LiveId" clId="{222894FC-9D97-4FAB-ABFB-08828321DD90}" dt="2024-08-05T14:12:33.648" v="19818" actId="164"/>
          <ac:spMkLst>
            <pc:docMk/>
            <pc:sldMk cId="1013913508" sldId="275"/>
            <ac:spMk id="5" creationId="{9F96F97F-D2A5-4BAE-6780-254763D53189}"/>
          </ac:spMkLst>
        </pc:spChg>
        <pc:spChg chg="add mod">
          <ac:chgData name="Wai T" userId="803fb5f0506a6e42" providerId="LiveId" clId="{222894FC-9D97-4FAB-ABFB-08828321DD90}" dt="2024-08-05T14:12:33.648" v="19818" actId="164"/>
          <ac:spMkLst>
            <pc:docMk/>
            <pc:sldMk cId="1013913508" sldId="275"/>
            <ac:spMk id="6" creationId="{EBA32096-5254-478D-7DE5-AB231C8F62F9}"/>
          </ac:spMkLst>
        </pc:spChg>
        <pc:spChg chg="add del mod">
          <ac:chgData name="Wai T" userId="803fb5f0506a6e42" providerId="LiveId" clId="{222894FC-9D97-4FAB-ABFB-08828321DD90}" dt="2024-08-02T10:53:16.385" v="8115" actId="478"/>
          <ac:spMkLst>
            <pc:docMk/>
            <pc:sldMk cId="1013913508" sldId="275"/>
            <ac:spMk id="7" creationId="{AD841384-94D9-37B0-C6B4-3BA027AF23E5}"/>
          </ac:spMkLst>
        </pc:spChg>
        <pc:spChg chg="add mod">
          <ac:chgData name="Wai T" userId="803fb5f0506a6e42" providerId="LiveId" clId="{222894FC-9D97-4FAB-ABFB-08828321DD90}" dt="2024-08-05T14:12:33.648" v="19818" actId="164"/>
          <ac:spMkLst>
            <pc:docMk/>
            <pc:sldMk cId="1013913508" sldId="275"/>
            <ac:spMk id="8" creationId="{1E40FFAE-EDA9-86DF-5C82-133B28D5A210}"/>
          </ac:spMkLst>
        </pc:spChg>
        <pc:spChg chg="add mod">
          <ac:chgData name="Wai T" userId="803fb5f0506a6e42" providerId="LiveId" clId="{222894FC-9D97-4FAB-ABFB-08828321DD90}" dt="2024-08-05T14:12:29.871" v="19817" actId="164"/>
          <ac:spMkLst>
            <pc:docMk/>
            <pc:sldMk cId="1013913508" sldId="275"/>
            <ac:spMk id="13" creationId="{EC9DD47A-861C-F367-9AC5-AB750D48CC38}"/>
          </ac:spMkLst>
        </pc:spChg>
        <pc:spChg chg="add mod">
          <ac:chgData name="Wai T" userId="803fb5f0506a6e42" providerId="LiveId" clId="{222894FC-9D97-4FAB-ABFB-08828321DD90}" dt="2024-08-05T14:12:29.871" v="19817" actId="164"/>
          <ac:spMkLst>
            <pc:docMk/>
            <pc:sldMk cId="1013913508" sldId="275"/>
            <ac:spMk id="14" creationId="{FD3253B8-F444-DA1B-0C79-B70736498C2A}"/>
          </ac:spMkLst>
        </pc:spChg>
        <pc:spChg chg="add mod">
          <ac:chgData name="Wai T" userId="803fb5f0506a6e42" providerId="LiveId" clId="{222894FC-9D97-4FAB-ABFB-08828321DD90}" dt="2024-08-05T14:12:29.871" v="19817" actId="164"/>
          <ac:spMkLst>
            <pc:docMk/>
            <pc:sldMk cId="1013913508" sldId="275"/>
            <ac:spMk id="15" creationId="{9F8EA756-04B0-A125-F3A8-7ABD0A43AF3E}"/>
          </ac:spMkLst>
        </pc:spChg>
        <pc:spChg chg="add mod">
          <ac:chgData name="Wai T" userId="803fb5f0506a6e42" providerId="LiveId" clId="{222894FC-9D97-4FAB-ABFB-08828321DD90}" dt="2024-08-05T14:12:36.831" v="19819" actId="164"/>
          <ac:spMkLst>
            <pc:docMk/>
            <pc:sldMk cId="1013913508" sldId="275"/>
            <ac:spMk id="18" creationId="{2918C796-58F2-5980-59A5-0F2A5BAA00BF}"/>
          </ac:spMkLst>
        </pc:spChg>
        <pc:spChg chg="add mod">
          <ac:chgData name="Wai T" userId="803fb5f0506a6e42" providerId="LiveId" clId="{222894FC-9D97-4FAB-ABFB-08828321DD90}" dt="2024-08-05T14:12:36.831" v="19819" actId="164"/>
          <ac:spMkLst>
            <pc:docMk/>
            <pc:sldMk cId="1013913508" sldId="275"/>
            <ac:spMk id="19" creationId="{6DD751BD-3F08-C6C7-33C7-924E8EC540B8}"/>
          </ac:spMkLst>
        </pc:spChg>
        <pc:spChg chg="add mod">
          <ac:chgData name="Wai T" userId="803fb5f0506a6e42" providerId="LiveId" clId="{222894FC-9D97-4FAB-ABFB-08828321DD90}" dt="2024-08-05T14:12:36.831" v="19819" actId="164"/>
          <ac:spMkLst>
            <pc:docMk/>
            <pc:sldMk cId="1013913508" sldId="275"/>
            <ac:spMk id="20" creationId="{1F4A4FDF-F3B7-B486-CD5C-E393CE162773}"/>
          </ac:spMkLst>
        </pc:spChg>
        <pc:spChg chg="add mod topLvl">
          <ac:chgData name="Wai T" userId="803fb5f0506a6e42" providerId="LiveId" clId="{222894FC-9D97-4FAB-ABFB-08828321DD90}" dt="2024-08-05T14:12:23.205" v="19815" actId="164"/>
          <ac:spMkLst>
            <pc:docMk/>
            <pc:sldMk cId="1013913508" sldId="275"/>
            <ac:spMk id="23" creationId="{5E48AE38-0469-C7AA-7536-B08A266AC7A4}"/>
          </ac:spMkLst>
        </pc:spChg>
        <pc:spChg chg="add mod">
          <ac:chgData name="Wai T" userId="803fb5f0506a6e42" providerId="LiveId" clId="{222894FC-9D97-4FAB-ABFB-08828321DD90}" dt="2024-08-05T14:12:23.205" v="19815" actId="164"/>
          <ac:spMkLst>
            <pc:docMk/>
            <pc:sldMk cId="1013913508" sldId="275"/>
            <ac:spMk id="24" creationId="{2DA65B35-8C7D-39C7-32D3-46DAF94019A5}"/>
          </ac:spMkLst>
        </pc:spChg>
        <pc:spChg chg="add mod">
          <ac:chgData name="Wai T" userId="803fb5f0506a6e42" providerId="LiveId" clId="{222894FC-9D97-4FAB-ABFB-08828321DD90}" dt="2024-08-05T14:12:23.205" v="19815" actId="164"/>
          <ac:spMkLst>
            <pc:docMk/>
            <pc:sldMk cId="1013913508" sldId="275"/>
            <ac:spMk id="25" creationId="{5536B197-426D-1087-30B3-EDB7096BCE18}"/>
          </ac:spMkLst>
        </pc:spChg>
        <pc:spChg chg="add mod topLvl">
          <ac:chgData name="Wai T" userId="803fb5f0506a6e42" providerId="LiveId" clId="{222894FC-9D97-4FAB-ABFB-08828321DD90}" dt="2024-08-05T14:12:15.925" v="19813" actId="164"/>
          <ac:spMkLst>
            <pc:docMk/>
            <pc:sldMk cId="1013913508" sldId="275"/>
            <ac:spMk id="28" creationId="{32799209-6815-5AEC-2D5E-A0F408C3EE48}"/>
          </ac:spMkLst>
        </pc:spChg>
        <pc:spChg chg="add mod">
          <ac:chgData name="Wai T" userId="803fb5f0506a6e42" providerId="LiveId" clId="{222894FC-9D97-4FAB-ABFB-08828321DD90}" dt="2024-08-05T14:12:15.925" v="19813" actId="164"/>
          <ac:spMkLst>
            <pc:docMk/>
            <pc:sldMk cId="1013913508" sldId="275"/>
            <ac:spMk id="29" creationId="{D43534BC-2739-5D10-1917-20090DB8E5AF}"/>
          </ac:spMkLst>
        </pc:spChg>
        <pc:spChg chg="add mod">
          <ac:chgData name="Wai T" userId="803fb5f0506a6e42" providerId="LiveId" clId="{222894FC-9D97-4FAB-ABFB-08828321DD90}" dt="2024-08-05T14:12:15.925" v="19813" actId="164"/>
          <ac:spMkLst>
            <pc:docMk/>
            <pc:sldMk cId="1013913508" sldId="275"/>
            <ac:spMk id="30" creationId="{F44DCFB6-B15B-48A5-55E8-14D52F9DFD1A}"/>
          </ac:spMkLst>
        </pc:spChg>
        <pc:spChg chg="add mod topLvl">
          <ac:chgData name="Wai T" userId="803fb5f0506a6e42" providerId="LiveId" clId="{222894FC-9D97-4FAB-ABFB-08828321DD90}" dt="2024-08-05T14:12:40.289" v="19820" actId="164"/>
          <ac:spMkLst>
            <pc:docMk/>
            <pc:sldMk cId="1013913508" sldId="275"/>
            <ac:spMk id="33" creationId="{376BF9DB-DBB5-662F-4D5D-2F9C9A100CF7}"/>
          </ac:spMkLst>
        </pc:spChg>
        <pc:spChg chg="add mod">
          <ac:chgData name="Wai T" userId="803fb5f0506a6e42" providerId="LiveId" clId="{222894FC-9D97-4FAB-ABFB-08828321DD90}" dt="2024-08-05T14:12:40.289" v="19820" actId="164"/>
          <ac:spMkLst>
            <pc:docMk/>
            <pc:sldMk cId="1013913508" sldId="275"/>
            <ac:spMk id="34" creationId="{C0B79B07-A0D9-7170-F1ED-CDAD2C301972}"/>
          </ac:spMkLst>
        </pc:spChg>
        <pc:spChg chg="add mod">
          <ac:chgData name="Wai T" userId="803fb5f0506a6e42" providerId="LiveId" clId="{222894FC-9D97-4FAB-ABFB-08828321DD90}" dt="2024-08-05T14:12:40.289" v="19820" actId="164"/>
          <ac:spMkLst>
            <pc:docMk/>
            <pc:sldMk cId="1013913508" sldId="275"/>
            <ac:spMk id="35" creationId="{38244965-C4AD-35BE-2810-E8B3123A968A}"/>
          </ac:spMkLst>
        </pc:spChg>
        <pc:spChg chg="add mod">
          <ac:chgData name="Wai T" userId="803fb5f0506a6e42" providerId="LiveId" clId="{222894FC-9D97-4FAB-ABFB-08828321DD90}" dt="2024-08-05T14:09:57.843" v="19805" actId="20577"/>
          <ac:spMkLst>
            <pc:docMk/>
            <pc:sldMk cId="1013913508" sldId="275"/>
            <ac:spMk id="38" creationId="{C5A21990-1108-2E91-B321-2A91AA904C7A}"/>
          </ac:spMkLst>
        </pc:spChg>
        <pc:spChg chg="add mod topLvl">
          <ac:chgData name="Wai T" userId="803fb5f0506a6e42" providerId="LiveId" clId="{222894FC-9D97-4FAB-ABFB-08828321DD90}" dt="2024-08-05T14:15:13.002" v="19852" actId="20577"/>
          <ac:spMkLst>
            <pc:docMk/>
            <pc:sldMk cId="1013913508" sldId="275"/>
            <ac:spMk id="39" creationId="{8C104A8F-56B4-86C6-19CF-0F11CD880FF7}"/>
          </ac:spMkLst>
        </pc:spChg>
        <pc:spChg chg="add mod topLvl">
          <ac:chgData name="Wai T" userId="803fb5f0506a6e42" providerId="LiveId" clId="{222894FC-9D97-4FAB-ABFB-08828321DD90}" dt="2024-08-05T14:17:48.399" v="19869" actId="164"/>
          <ac:spMkLst>
            <pc:docMk/>
            <pc:sldMk cId="1013913508" sldId="275"/>
            <ac:spMk id="40" creationId="{5B4FF339-7864-784D-B185-053FDA631386}"/>
          </ac:spMkLst>
        </pc:spChg>
        <pc:spChg chg="add mod">
          <ac:chgData name="Wai T" userId="803fb5f0506a6e42" providerId="LiveId" clId="{222894FC-9D97-4FAB-ABFB-08828321DD90}" dt="2024-08-05T14:13:02.838" v="19825" actId="20577"/>
          <ac:spMkLst>
            <pc:docMk/>
            <pc:sldMk cId="1013913508" sldId="275"/>
            <ac:spMk id="43" creationId="{15FC0F4C-95EC-38EF-0D6D-71FDA8990483}"/>
          </ac:spMkLst>
        </pc:spChg>
        <pc:spChg chg="add mod">
          <ac:chgData name="Wai T" userId="803fb5f0506a6e42" providerId="LiveId" clId="{222894FC-9D97-4FAB-ABFB-08828321DD90}" dt="2024-08-05T14:12:46.281" v="19822" actId="164"/>
          <ac:spMkLst>
            <pc:docMk/>
            <pc:sldMk cId="1013913508" sldId="275"/>
            <ac:spMk id="44" creationId="{E5FF3F93-1B1E-D19A-A316-30B65FB21640}"/>
          </ac:spMkLst>
        </pc:spChg>
        <pc:spChg chg="add mod">
          <ac:chgData name="Wai T" userId="803fb5f0506a6e42" providerId="LiveId" clId="{222894FC-9D97-4FAB-ABFB-08828321DD90}" dt="2024-08-05T14:12:46.281" v="19822" actId="164"/>
          <ac:spMkLst>
            <pc:docMk/>
            <pc:sldMk cId="1013913508" sldId="275"/>
            <ac:spMk id="45" creationId="{AB0BF80B-3C0E-6FEE-1B8B-1CB72EC5124B}"/>
          </ac:spMkLst>
        </pc:spChg>
        <pc:spChg chg="add del mod">
          <ac:chgData name="Wai T" userId="803fb5f0506a6e42" providerId="LiveId" clId="{222894FC-9D97-4FAB-ABFB-08828321DD90}" dt="2024-08-02T10:57:21.245" v="8183" actId="478"/>
          <ac:spMkLst>
            <pc:docMk/>
            <pc:sldMk cId="1013913508" sldId="275"/>
            <ac:spMk id="49" creationId="{A30709F1-58C0-26EA-FACD-5EDFE4BD3625}"/>
          </ac:spMkLst>
        </pc:spChg>
        <pc:spChg chg="add mod topLvl">
          <ac:chgData name="Wai T" userId="803fb5f0506a6e42" providerId="LiveId" clId="{222894FC-9D97-4FAB-ABFB-08828321DD90}" dt="2024-08-05T14:15:09.968" v="19850" actId="20577"/>
          <ac:spMkLst>
            <pc:docMk/>
            <pc:sldMk cId="1013913508" sldId="275"/>
            <ac:spMk id="49" creationId="{C08DE0EC-74AE-67C0-CFFC-95AC9D741C1E}"/>
          </ac:spMkLst>
        </pc:spChg>
        <pc:spChg chg="add del mod">
          <ac:chgData name="Wai T" userId="803fb5f0506a6e42" providerId="LiveId" clId="{222894FC-9D97-4FAB-ABFB-08828321DD90}" dt="2024-08-02T10:57:22.733" v="8184" actId="478"/>
          <ac:spMkLst>
            <pc:docMk/>
            <pc:sldMk cId="1013913508" sldId="275"/>
            <ac:spMk id="51" creationId="{88A86E65-58C0-A93A-179D-FBCA4D1810CE}"/>
          </ac:spMkLst>
        </pc:spChg>
        <pc:spChg chg="add del mod">
          <ac:chgData name="Wai T" userId="803fb5f0506a6e42" providerId="LiveId" clId="{222894FC-9D97-4FAB-ABFB-08828321DD90}" dt="2024-08-02T10:56:35.779" v="8163" actId="478"/>
          <ac:spMkLst>
            <pc:docMk/>
            <pc:sldMk cId="1013913508" sldId="275"/>
            <ac:spMk id="52" creationId="{528A0309-17BD-CDA6-D68A-EF9D11D94655}"/>
          </ac:spMkLst>
        </pc:spChg>
        <pc:spChg chg="mod">
          <ac:chgData name="Wai T" userId="803fb5f0506a6e42" providerId="LiveId" clId="{222894FC-9D97-4FAB-ABFB-08828321DD90}" dt="2024-08-05T14:13:13.266" v="19829" actId="20577"/>
          <ac:spMkLst>
            <pc:docMk/>
            <pc:sldMk cId="1013913508" sldId="275"/>
            <ac:spMk id="73" creationId="{968484EE-68BE-08D7-95C9-AE43FC549ABE}"/>
          </ac:spMkLst>
        </pc:spChg>
        <pc:spChg chg="mod">
          <ac:chgData name="Wai T" userId="803fb5f0506a6e42" providerId="LiveId" clId="{222894FC-9D97-4FAB-ABFB-08828321DD90}" dt="2024-08-05T14:13:08.140" v="19826"/>
          <ac:spMkLst>
            <pc:docMk/>
            <pc:sldMk cId="1013913508" sldId="275"/>
            <ac:spMk id="74" creationId="{AD46690F-BCF9-0F60-E179-33D12C5D341F}"/>
          </ac:spMkLst>
        </pc:spChg>
        <pc:spChg chg="mod">
          <ac:chgData name="Wai T" userId="803fb5f0506a6e42" providerId="LiveId" clId="{222894FC-9D97-4FAB-ABFB-08828321DD90}" dt="2024-08-05T14:13:08.140" v="19826"/>
          <ac:spMkLst>
            <pc:docMk/>
            <pc:sldMk cId="1013913508" sldId="275"/>
            <ac:spMk id="75" creationId="{969E2BDB-819C-5283-88F7-C5DC59FB5616}"/>
          </ac:spMkLst>
        </pc:spChg>
        <pc:grpChg chg="add del mod">
          <ac:chgData name="Wai T" userId="803fb5f0506a6e42" providerId="LiveId" clId="{222894FC-9D97-4FAB-ABFB-08828321DD90}" dt="2024-08-05T14:11:35.999" v="19810" actId="165"/>
          <ac:grpSpMkLst>
            <pc:docMk/>
            <pc:sldMk cId="1013913508" sldId="275"/>
            <ac:grpSpMk id="26" creationId="{6FFE36F7-AF73-C70A-386C-B3946F90B574}"/>
          </ac:grpSpMkLst>
        </pc:grpChg>
        <pc:grpChg chg="add del mod">
          <ac:chgData name="Wai T" userId="803fb5f0506a6e42" providerId="LiveId" clId="{222894FC-9D97-4FAB-ABFB-08828321DD90}" dt="2024-08-05T14:11:35.999" v="19810" actId="165"/>
          <ac:grpSpMkLst>
            <pc:docMk/>
            <pc:sldMk cId="1013913508" sldId="275"/>
            <ac:grpSpMk id="27" creationId="{3EE54878-EF00-28B2-7802-0DC62DFEEEE6}"/>
          </ac:grpSpMkLst>
        </pc:grpChg>
        <pc:grpChg chg="add del mod">
          <ac:chgData name="Wai T" userId="803fb5f0506a6e42" providerId="LiveId" clId="{222894FC-9D97-4FAB-ABFB-08828321DD90}" dt="2024-08-05T14:11:35.999" v="19810" actId="165"/>
          <ac:grpSpMkLst>
            <pc:docMk/>
            <pc:sldMk cId="1013913508" sldId="275"/>
            <ac:grpSpMk id="32" creationId="{9F9566DF-7F84-A7F5-4E59-0AC580929C08}"/>
          </ac:grpSpMkLst>
        </pc:grpChg>
        <pc:grpChg chg="add del mod">
          <ac:chgData name="Wai T" userId="803fb5f0506a6e42" providerId="LiveId" clId="{222894FC-9D97-4FAB-ABFB-08828321DD90}" dt="2024-08-05T14:11:35.999" v="19810" actId="165"/>
          <ac:grpSpMkLst>
            <pc:docMk/>
            <pc:sldMk cId="1013913508" sldId="275"/>
            <ac:grpSpMk id="36" creationId="{68D35BFC-E999-3112-6DC4-BC3483EB4560}"/>
          </ac:grpSpMkLst>
        </pc:grpChg>
        <pc:grpChg chg="add del mod">
          <ac:chgData name="Wai T" userId="803fb5f0506a6e42" providerId="LiveId" clId="{222894FC-9D97-4FAB-ABFB-08828321DD90}" dt="2024-08-05T14:11:35.999" v="19810" actId="165"/>
          <ac:grpSpMkLst>
            <pc:docMk/>
            <pc:sldMk cId="1013913508" sldId="275"/>
            <ac:grpSpMk id="37" creationId="{6E532BB8-FF16-1DEE-0CB0-D7738A7C637B}"/>
          </ac:grpSpMkLst>
        </pc:grpChg>
        <pc:grpChg chg="add del mod">
          <ac:chgData name="Wai T" userId="803fb5f0506a6e42" providerId="LiveId" clId="{222894FC-9D97-4FAB-ABFB-08828321DD90}" dt="2024-08-05T14:11:35.999" v="19810" actId="165"/>
          <ac:grpSpMkLst>
            <pc:docMk/>
            <pc:sldMk cId="1013913508" sldId="275"/>
            <ac:grpSpMk id="57" creationId="{33579F1F-9026-14F2-754C-739D82F685F2}"/>
          </ac:grpSpMkLst>
        </pc:grpChg>
        <pc:grpChg chg="add del mod">
          <ac:chgData name="Wai T" userId="803fb5f0506a6e42" providerId="LiveId" clId="{222894FC-9D97-4FAB-ABFB-08828321DD90}" dt="2024-08-05T14:11:35.999" v="19810" actId="165"/>
          <ac:grpSpMkLst>
            <pc:docMk/>
            <pc:sldMk cId="1013913508" sldId="275"/>
            <ac:grpSpMk id="58" creationId="{91485B8D-BD23-8383-8692-4167608652D7}"/>
          </ac:grpSpMkLst>
        </pc:grpChg>
        <pc:grpChg chg="add del mod">
          <ac:chgData name="Wai T" userId="803fb5f0506a6e42" providerId="LiveId" clId="{222894FC-9D97-4FAB-ABFB-08828321DD90}" dt="2024-08-05T14:11:35.999" v="19810" actId="165"/>
          <ac:grpSpMkLst>
            <pc:docMk/>
            <pc:sldMk cId="1013913508" sldId="275"/>
            <ac:grpSpMk id="59" creationId="{B5811599-7F7D-E403-4793-43608AD60389}"/>
          </ac:grpSpMkLst>
        </pc:grpChg>
        <pc:grpChg chg="add mod">
          <ac:chgData name="Wai T" userId="803fb5f0506a6e42" providerId="LiveId" clId="{222894FC-9D97-4FAB-ABFB-08828321DD90}" dt="2024-08-05T14:14:45.137" v="19844" actId="1076"/>
          <ac:grpSpMkLst>
            <pc:docMk/>
            <pc:sldMk cId="1013913508" sldId="275"/>
            <ac:grpSpMk id="64" creationId="{25757B4F-A47C-3794-4CAE-16B3E3C4AD7B}"/>
          </ac:grpSpMkLst>
        </pc:grpChg>
        <pc:grpChg chg="add mod">
          <ac:chgData name="Wai T" userId="803fb5f0506a6e42" providerId="LiveId" clId="{222894FC-9D97-4FAB-ABFB-08828321DD90}" dt="2024-08-05T14:12:26.325" v="19816" actId="1076"/>
          <ac:grpSpMkLst>
            <pc:docMk/>
            <pc:sldMk cId="1013913508" sldId="275"/>
            <ac:grpSpMk id="65" creationId="{0F5DEF81-975D-972F-9634-3170F7C3337B}"/>
          </ac:grpSpMkLst>
        </pc:grpChg>
        <pc:grpChg chg="add mod">
          <ac:chgData name="Wai T" userId="803fb5f0506a6e42" providerId="LiveId" clId="{222894FC-9D97-4FAB-ABFB-08828321DD90}" dt="2024-08-05T14:12:29.871" v="19817" actId="164"/>
          <ac:grpSpMkLst>
            <pc:docMk/>
            <pc:sldMk cId="1013913508" sldId="275"/>
            <ac:grpSpMk id="66" creationId="{E7759297-C42B-16B7-C597-A2AED736DB6A}"/>
          </ac:grpSpMkLst>
        </pc:grpChg>
        <pc:grpChg chg="add mod">
          <ac:chgData name="Wai T" userId="803fb5f0506a6e42" providerId="LiveId" clId="{222894FC-9D97-4FAB-ABFB-08828321DD90}" dt="2024-08-05T14:12:33.648" v="19818" actId="164"/>
          <ac:grpSpMkLst>
            <pc:docMk/>
            <pc:sldMk cId="1013913508" sldId="275"/>
            <ac:grpSpMk id="67" creationId="{56A1BD01-C05A-1545-1276-9B05DE7DA09B}"/>
          </ac:grpSpMkLst>
        </pc:grpChg>
        <pc:grpChg chg="add mod">
          <ac:chgData name="Wai T" userId="803fb5f0506a6e42" providerId="LiveId" clId="{222894FC-9D97-4FAB-ABFB-08828321DD90}" dt="2024-08-05T14:12:36.831" v="19819" actId="164"/>
          <ac:grpSpMkLst>
            <pc:docMk/>
            <pc:sldMk cId="1013913508" sldId="275"/>
            <ac:grpSpMk id="68" creationId="{9100E9E6-E9D8-3633-4088-20584C198668}"/>
          </ac:grpSpMkLst>
        </pc:grpChg>
        <pc:grpChg chg="add mod">
          <ac:chgData name="Wai T" userId="803fb5f0506a6e42" providerId="LiveId" clId="{222894FC-9D97-4FAB-ABFB-08828321DD90}" dt="2024-08-05T14:13:47.087" v="19834" actId="1076"/>
          <ac:grpSpMkLst>
            <pc:docMk/>
            <pc:sldMk cId="1013913508" sldId="275"/>
            <ac:grpSpMk id="69" creationId="{6BCDB0E7-E42B-EBC8-77AC-1A531DE9D9A9}"/>
          </ac:grpSpMkLst>
        </pc:grpChg>
        <pc:grpChg chg="add mod">
          <ac:chgData name="Wai T" userId="803fb5f0506a6e42" providerId="LiveId" clId="{222894FC-9D97-4FAB-ABFB-08828321DD90}" dt="2024-08-05T14:12:51.437" v="19823" actId="1076"/>
          <ac:grpSpMkLst>
            <pc:docMk/>
            <pc:sldMk cId="1013913508" sldId="275"/>
            <ac:grpSpMk id="71" creationId="{FB0A19B4-B52C-DDEA-A36A-CCA9F7B39EE0}"/>
          </ac:grpSpMkLst>
        </pc:grpChg>
        <pc:grpChg chg="add mod">
          <ac:chgData name="Wai T" userId="803fb5f0506a6e42" providerId="LiveId" clId="{222894FC-9D97-4FAB-ABFB-08828321DD90}" dt="2024-08-05T14:13:10.437" v="19827" actId="1076"/>
          <ac:grpSpMkLst>
            <pc:docMk/>
            <pc:sldMk cId="1013913508" sldId="275"/>
            <ac:grpSpMk id="72" creationId="{C806F18E-E709-BC49-B8FE-394F692437C5}"/>
          </ac:grpSpMkLst>
        </pc:grpChg>
        <pc:grpChg chg="add del mod">
          <ac:chgData name="Wai T" userId="803fb5f0506a6e42" providerId="LiveId" clId="{222894FC-9D97-4FAB-ABFB-08828321DD90}" dt="2024-08-05T14:14:10.524" v="19836" actId="165"/>
          <ac:grpSpMkLst>
            <pc:docMk/>
            <pc:sldMk cId="1013913508" sldId="275"/>
            <ac:grpSpMk id="80" creationId="{6AF0998B-883E-ED2A-8491-5EF29CC2E482}"/>
          </ac:grpSpMkLst>
        </pc:grpChg>
        <pc:grpChg chg="add mod">
          <ac:chgData name="Wai T" userId="803fb5f0506a6e42" providerId="LiveId" clId="{222894FC-9D97-4FAB-ABFB-08828321DD90}" dt="2024-08-05T14:14:15.497" v="19837" actId="164"/>
          <ac:grpSpMkLst>
            <pc:docMk/>
            <pc:sldMk cId="1013913508" sldId="275"/>
            <ac:grpSpMk id="81" creationId="{64125EE8-83C3-7BED-92CC-D59D37B3C03A}"/>
          </ac:grpSpMkLst>
        </pc:grpChg>
        <pc:grpChg chg="add mod">
          <ac:chgData name="Wai T" userId="803fb5f0506a6e42" providerId="LiveId" clId="{222894FC-9D97-4FAB-ABFB-08828321DD90}" dt="2024-08-05T14:14:20.417" v="19838" actId="164"/>
          <ac:grpSpMkLst>
            <pc:docMk/>
            <pc:sldMk cId="1013913508" sldId="275"/>
            <ac:grpSpMk id="82" creationId="{72B3007A-E53C-2738-4F62-5EA6EBE4FC7E}"/>
          </ac:grpSpMkLst>
        </pc:grpChg>
        <pc:grpChg chg="add mod">
          <ac:chgData name="Wai T" userId="803fb5f0506a6e42" providerId="LiveId" clId="{222894FC-9D97-4FAB-ABFB-08828321DD90}" dt="2024-08-05T14:17:48.399" v="19869" actId="164"/>
          <ac:grpSpMkLst>
            <pc:docMk/>
            <pc:sldMk cId="1013913508" sldId="275"/>
            <ac:grpSpMk id="87" creationId="{2A106FD8-C50C-79D9-F484-70740AAB925A}"/>
          </ac:grpSpMkLst>
        </pc:grpChg>
        <pc:cxnChg chg="add mod topLvl">
          <ac:chgData name="Wai T" userId="803fb5f0506a6e42" providerId="LiveId" clId="{222894FC-9D97-4FAB-ABFB-08828321DD90}" dt="2024-08-05T14:14:15.497" v="19837" actId="164"/>
          <ac:cxnSpMkLst>
            <pc:docMk/>
            <pc:sldMk cId="1013913508" sldId="275"/>
            <ac:cxnSpMk id="9" creationId="{78E83159-DB85-E5C6-DCB4-8209197F0DB3}"/>
          </ac:cxnSpMkLst>
        </pc:cxnChg>
        <pc:cxnChg chg="add mod topLvl">
          <ac:chgData name="Wai T" userId="803fb5f0506a6e42" providerId="LiveId" clId="{222894FC-9D97-4FAB-ABFB-08828321DD90}" dt="2024-08-05T14:14:15.497" v="19837" actId="164"/>
          <ac:cxnSpMkLst>
            <pc:docMk/>
            <pc:sldMk cId="1013913508" sldId="275"/>
            <ac:cxnSpMk id="10" creationId="{79008F9D-3E1D-CE70-2ACC-A1BACAE9BC60}"/>
          </ac:cxnSpMkLst>
        </pc:cxnChg>
        <pc:cxnChg chg="add mod topLvl">
          <ac:chgData name="Wai T" userId="803fb5f0506a6e42" providerId="LiveId" clId="{222894FC-9D97-4FAB-ABFB-08828321DD90}" dt="2024-08-05T14:14:20.417" v="19838" actId="164"/>
          <ac:cxnSpMkLst>
            <pc:docMk/>
            <pc:sldMk cId="1013913508" sldId="275"/>
            <ac:cxnSpMk id="12" creationId="{EFCE9F68-2D31-1C9F-E8D8-F2DD98B5B546}"/>
          </ac:cxnSpMkLst>
        </pc:cxnChg>
        <pc:cxnChg chg="add mod topLvl">
          <ac:chgData name="Wai T" userId="803fb5f0506a6e42" providerId="LiveId" clId="{222894FC-9D97-4FAB-ABFB-08828321DD90}" dt="2024-08-05T14:12:26.325" v="19816" actId="1076"/>
          <ac:cxnSpMkLst>
            <pc:docMk/>
            <pc:sldMk cId="1013913508" sldId="275"/>
            <ac:cxnSpMk id="16" creationId="{DF8781AB-8638-5721-7171-CC238730300D}"/>
          </ac:cxnSpMkLst>
        </pc:cxnChg>
        <pc:cxnChg chg="add mod topLvl">
          <ac:chgData name="Wai T" userId="803fb5f0506a6e42" providerId="LiveId" clId="{222894FC-9D97-4FAB-ABFB-08828321DD90}" dt="2024-08-05T14:14:45.137" v="19844" actId="1076"/>
          <ac:cxnSpMkLst>
            <pc:docMk/>
            <pc:sldMk cId="1013913508" sldId="275"/>
            <ac:cxnSpMk id="17" creationId="{9D4C9664-14B2-2515-8001-1236E7769706}"/>
          </ac:cxnSpMkLst>
        </pc:cxnChg>
        <pc:cxnChg chg="add del mod">
          <ac:chgData name="Wai T" userId="803fb5f0506a6e42" providerId="LiveId" clId="{222894FC-9D97-4FAB-ABFB-08828321DD90}" dt="2024-08-02T10:56:44.979" v="8168" actId="478"/>
          <ac:cxnSpMkLst>
            <pc:docMk/>
            <pc:sldMk cId="1013913508" sldId="275"/>
            <ac:cxnSpMk id="21" creationId="{658B7495-77DD-C645-9A96-EC7D8F173570}"/>
          </ac:cxnSpMkLst>
        </pc:cxnChg>
        <pc:cxnChg chg="add mod topLvl">
          <ac:chgData name="Wai T" userId="803fb5f0506a6e42" providerId="LiveId" clId="{222894FC-9D97-4FAB-ABFB-08828321DD90}" dt="2024-08-05T14:14:20.417" v="19838" actId="164"/>
          <ac:cxnSpMkLst>
            <pc:docMk/>
            <pc:sldMk cId="1013913508" sldId="275"/>
            <ac:cxnSpMk id="21" creationId="{D4464309-4C4E-7753-942A-9B717AE665CC}"/>
          </ac:cxnSpMkLst>
        </pc:cxnChg>
        <pc:cxnChg chg="add mod topLvl">
          <ac:chgData name="Wai T" userId="803fb5f0506a6e42" providerId="LiveId" clId="{222894FC-9D97-4FAB-ABFB-08828321DD90}" dt="2024-08-05T14:13:47.087" v="19834" actId="1076"/>
          <ac:cxnSpMkLst>
            <pc:docMk/>
            <pc:sldMk cId="1013913508" sldId="275"/>
            <ac:cxnSpMk id="22" creationId="{F290DACD-5D3C-0A53-E873-66C0336006A8}"/>
          </ac:cxnSpMkLst>
        </pc:cxnChg>
        <pc:cxnChg chg="add del mod">
          <ac:chgData name="Wai T" userId="803fb5f0506a6e42" providerId="LiveId" clId="{222894FC-9D97-4FAB-ABFB-08828321DD90}" dt="2024-08-02T10:56:41.066" v="8166" actId="478"/>
          <ac:cxnSpMkLst>
            <pc:docMk/>
            <pc:sldMk cId="1013913508" sldId="275"/>
            <ac:cxnSpMk id="26" creationId="{7CCACB88-F964-403E-D741-32472E872A49}"/>
          </ac:cxnSpMkLst>
        </pc:cxnChg>
        <pc:cxnChg chg="add del mod">
          <ac:chgData name="Wai T" userId="803fb5f0506a6e42" providerId="LiveId" clId="{222894FC-9D97-4FAB-ABFB-08828321DD90}" dt="2024-08-02T10:56:40.003" v="8165" actId="478"/>
          <ac:cxnSpMkLst>
            <pc:docMk/>
            <pc:sldMk cId="1013913508" sldId="275"/>
            <ac:cxnSpMk id="27" creationId="{407F752F-4A6B-4370-6F7D-208F90F9F7CE}"/>
          </ac:cxnSpMkLst>
        </pc:cxnChg>
        <pc:cxnChg chg="add mod">
          <ac:chgData name="Wai T" userId="803fb5f0506a6e42" providerId="LiveId" clId="{222894FC-9D97-4FAB-ABFB-08828321DD90}" dt="2024-08-05T14:14:45.137" v="19844" actId="1076"/>
          <ac:cxnSpMkLst>
            <pc:docMk/>
            <pc:sldMk cId="1013913508" sldId="275"/>
            <ac:cxnSpMk id="31" creationId="{FD539272-FCB7-467F-58B5-C780111A668C}"/>
          </ac:cxnSpMkLst>
        </pc:cxnChg>
        <pc:cxnChg chg="add del mod">
          <ac:chgData name="Wai T" userId="803fb5f0506a6e42" providerId="LiveId" clId="{222894FC-9D97-4FAB-ABFB-08828321DD90}" dt="2024-08-02T10:56:44.027" v="8167" actId="478"/>
          <ac:cxnSpMkLst>
            <pc:docMk/>
            <pc:sldMk cId="1013913508" sldId="275"/>
            <ac:cxnSpMk id="32" creationId="{DFD4D5A0-89C8-BE16-7381-3EA79A63BB0A}"/>
          </ac:cxnSpMkLst>
        </pc:cxnChg>
        <pc:cxnChg chg="add del mod">
          <ac:chgData name="Wai T" userId="803fb5f0506a6e42" providerId="LiveId" clId="{222894FC-9D97-4FAB-ABFB-08828321DD90}" dt="2024-08-02T10:56:49.636" v="8170" actId="478"/>
          <ac:cxnSpMkLst>
            <pc:docMk/>
            <pc:sldMk cId="1013913508" sldId="275"/>
            <ac:cxnSpMk id="36" creationId="{C21E07D6-4141-467C-37D6-65CCC95A876E}"/>
          </ac:cxnSpMkLst>
        </pc:cxnChg>
        <pc:cxnChg chg="add del mod">
          <ac:chgData name="Wai T" userId="803fb5f0506a6e42" providerId="LiveId" clId="{222894FC-9D97-4FAB-ABFB-08828321DD90}" dt="2024-08-02T10:56:51.292" v="8171" actId="478"/>
          <ac:cxnSpMkLst>
            <pc:docMk/>
            <pc:sldMk cId="1013913508" sldId="275"/>
            <ac:cxnSpMk id="37" creationId="{BCAC5BBD-1C9F-E049-C0D7-7508DE1620DF}"/>
          </ac:cxnSpMkLst>
        </pc:cxnChg>
        <pc:cxnChg chg="add mod topLvl">
          <ac:chgData name="Wai T" userId="803fb5f0506a6e42" providerId="LiveId" clId="{222894FC-9D97-4FAB-ABFB-08828321DD90}" dt="2024-08-05T14:11:35.999" v="19810" actId="165"/>
          <ac:cxnSpMkLst>
            <pc:docMk/>
            <pc:sldMk cId="1013913508" sldId="275"/>
            <ac:cxnSpMk id="42" creationId="{C4F38F8E-554E-2EA4-8385-770D365A378F}"/>
          </ac:cxnSpMkLst>
        </pc:cxnChg>
        <pc:cxnChg chg="add del mod">
          <ac:chgData name="Wai T" userId="803fb5f0506a6e42" providerId="LiveId" clId="{222894FC-9D97-4FAB-ABFB-08828321DD90}" dt="2024-08-02T10:56:38.331" v="8164" actId="478"/>
          <ac:cxnSpMkLst>
            <pc:docMk/>
            <pc:sldMk cId="1013913508" sldId="275"/>
            <ac:cxnSpMk id="46" creationId="{5EAB54AF-89CA-EA2E-B2CB-CAE3A7D4E920}"/>
          </ac:cxnSpMkLst>
        </pc:cxnChg>
        <pc:cxnChg chg="add del mod">
          <ac:chgData name="Wai T" userId="803fb5f0506a6e42" providerId="LiveId" clId="{222894FC-9D97-4FAB-ABFB-08828321DD90}" dt="2024-08-02T10:57:24.212" v="8185" actId="478"/>
          <ac:cxnSpMkLst>
            <pc:docMk/>
            <pc:sldMk cId="1013913508" sldId="275"/>
            <ac:cxnSpMk id="47" creationId="{1FB91177-8C26-AFF2-D0E4-5773EB4EE7A7}"/>
          </ac:cxnSpMkLst>
        </pc:cxnChg>
        <pc:cxnChg chg="add mod topLvl">
          <ac:chgData name="Wai T" userId="803fb5f0506a6e42" providerId="LiveId" clId="{222894FC-9D97-4FAB-ABFB-08828321DD90}" dt="2024-08-05T14:17:48.399" v="19869" actId="164"/>
          <ac:cxnSpMkLst>
            <pc:docMk/>
            <pc:sldMk cId="1013913508" sldId="275"/>
            <ac:cxnSpMk id="47" creationId="{31F8810E-FCDE-776B-7AAB-69319805C3FB}"/>
          </ac:cxnSpMkLst>
        </pc:cxnChg>
        <pc:cxnChg chg="add mod topLvl">
          <ac:chgData name="Wai T" userId="803fb5f0506a6e42" providerId="LiveId" clId="{222894FC-9D97-4FAB-ABFB-08828321DD90}" dt="2024-08-05T14:15:00.713" v="19848" actId="14100"/>
          <ac:cxnSpMkLst>
            <pc:docMk/>
            <pc:sldMk cId="1013913508" sldId="275"/>
            <ac:cxnSpMk id="51" creationId="{94F5439E-F871-CB67-774C-CDE3A43F3F7C}"/>
          </ac:cxnSpMkLst>
        </pc:cxnChg>
        <pc:cxnChg chg="add mod topLvl">
          <ac:chgData name="Wai T" userId="803fb5f0506a6e42" providerId="LiveId" clId="{222894FC-9D97-4FAB-ABFB-08828321DD90}" dt="2024-08-05T14:14:57.145" v="19847" actId="14100"/>
          <ac:cxnSpMkLst>
            <pc:docMk/>
            <pc:sldMk cId="1013913508" sldId="275"/>
            <ac:cxnSpMk id="53" creationId="{3659932A-F85D-3AF5-4529-475FA97D0267}"/>
          </ac:cxnSpMkLst>
        </pc:cxnChg>
        <pc:cxnChg chg="add mod">
          <ac:chgData name="Wai T" userId="803fb5f0506a6e42" providerId="LiveId" clId="{222894FC-9D97-4FAB-ABFB-08828321DD90}" dt="2024-08-05T14:13:39.797" v="19833" actId="14100"/>
          <ac:cxnSpMkLst>
            <pc:docMk/>
            <pc:sldMk cId="1013913508" sldId="275"/>
            <ac:cxnSpMk id="77" creationId="{449FAB1A-58A4-D92A-DE6B-D605606F6DD5}"/>
          </ac:cxnSpMkLst>
        </pc:cxnChg>
      </pc:sldChg>
      <pc:sldChg chg="addSp modSp new mod modAnim">
        <pc:chgData name="Wai T" userId="803fb5f0506a6e42" providerId="LiveId" clId="{222894FC-9D97-4FAB-ABFB-08828321DD90}" dt="2024-08-05T14:19:15.476" v="19874"/>
        <pc:sldMkLst>
          <pc:docMk/>
          <pc:sldMk cId="464799087" sldId="276"/>
        </pc:sldMkLst>
        <pc:spChg chg="mod">
          <ac:chgData name="Wai T" userId="803fb5f0506a6e42" providerId="LiveId" clId="{222894FC-9D97-4FAB-ABFB-08828321DD90}" dt="2024-08-02T11:04:24.568" v="8220" actId="20577"/>
          <ac:spMkLst>
            <pc:docMk/>
            <pc:sldMk cId="464799087" sldId="276"/>
            <ac:spMk id="2" creationId="{E2E14906-717E-0C3B-D80C-070A63BE6A95}"/>
          </ac:spMkLst>
        </pc:spChg>
        <pc:spChg chg="add mod">
          <ac:chgData name="Wai T" userId="803fb5f0506a6e42" providerId="LiveId" clId="{222894FC-9D97-4FAB-ABFB-08828321DD90}" dt="2024-08-05T14:18:56.093" v="19873" actId="20577"/>
          <ac:spMkLst>
            <pc:docMk/>
            <pc:sldMk cId="464799087" sldId="276"/>
            <ac:spMk id="3" creationId="{B096802C-FBCD-427C-9668-5E2B4C4899AC}"/>
          </ac:spMkLst>
        </pc:spChg>
        <pc:spChg chg="add mod">
          <ac:chgData name="Wai T" userId="803fb5f0506a6e42" providerId="LiveId" clId="{222894FC-9D97-4FAB-ABFB-08828321DD90}" dt="2024-08-02T11:12:07.590" v="8765" actId="20577"/>
          <ac:spMkLst>
            <pc:docMk/>
            <pc:sldMk cId="464799087" sldId="276"/>
            <ac:spMk id="4" creationId="{B66E2B9B-F170-7C00-0553-EA5CA7F26808}"/>
          </ac:spMkLst>
        </pc:spChg>
      </pc:sldChg>
      <pc:sldChg chg="modSp add mod">
        <pc:chgData name="Wai T" userId="803fb5f0506a6e42" providerId="LiveId" clId="{222894FC-9D97-4FAB-ABFB-08828321DD90}" dt="2024-08-05T09:55:44.743" v="17945" actId="20577"/>
        <pc:sldMkLst>
          <pc:docMk/>
          <pc:sldMk cId="1050216610" sldId="277"/>
        </pc:sldMkLst>
        <pc:spChg chg="mod">
          <ac:chgData name="Wai T" userId="803fb5f0506a6e42" providerId="LiveId" clId="{222894FC-9D97-4FAB-ABFB-08828321DD90}" dt="2024-08-02T12:02:59.354" v="8779" actId="20577"/>
          <ac:spMkLst>
            <pc:docMk/>
            <pc:sldMk cId="1050216610" sldId="277"/>
            <ac:spMk id="2" creationId="{E2E14906-717E-0C3B-D80C-070A63BE6A95}"/>
          </ac:spMkLst>
        </pc:spChg>
        <pc:spChg chg="mod">
          <ac:chgData name="Wai T" userId="803fb5f0506a6e42" providerId="LiveId" clId="{222894FC-9D97-4FAB-ABFB-08828321DD90}" dt="2024-08-05T09:55:44.743" v="17945" actId="20577"/>
          <ac:spMkLst>
            <pc:docMk/>
            <pc:sldMk cId="1050216610" sldId="277"/>
            <ac:spMk id="3" creationId="{B096802C-FBCD-427C-9668-5E2B4C4899AC}"/>
          </ac:spMkLst>
        </pc:spChg>
        <pc:spChg chg="mod">
          <ac:chgData name="Wai T" userId="803fb5f0506a6e42" providerId="LiveId" clId="{222894FC-9D97-4FAB-ABFB-08828321DD90}" dt="2024-08-02T12:03:25.675" v="8847" actId="20577"/>
          <ac:spMkLst>
            <pc:docMk/>
            <pc:sldMk cId="1050216610" sldId="277"/>
            <ac:spMk id="4" creationId="{B66E2B9B-F170-7C00-0553-EA5CA7F26808}"/>
          </ac:spMkLst>
        </pc:spChg>
      </pc:sldChg>
      <pc:sldChg chg="modSp add mod">
        <pc:chgData name="Wai T" userId="803fb5f0506a6e42" providerId="LiveId" clId="{222894FC-9D97-4FAB-ABFB-08828321DD90}" dt="2024-08-05T14:20:15" v="19877" actId="1076"/>
        <pc:sldMkLst>
          <pc:docMk/>
          <pc:sldMk cId="1071728769" sldId="278"/>
        </pc:sldMkLst>
        <pc:spChg chg="mod">
          <ac:chgData name="Wai T" userId="803fb5f0506a6e42" providerId="LiveId" clId="{222894FC-9D97-4FAB-ABFB-08828321DD90}" dt="2024-08-02T12:05:22.698" v="9009" actId="20577"/>
          <ac:spMkLst>
            <pc:docMk/>
            <pc:sldMk cId="1071728769" sldId="278"/>
            <ac:spMk id="2" creationId="{E2E14906-717E-0C3B-D80C-070A63BE6A95}"/>
          </ac:spMkLst>
        </pc:spChg>
        <pc:spChg chg="mod">
          <ac:chgData name="Wai T" userId="803fb5f0506a6e42" providerId="LiveId" clId="{222894FC-9D97-4FAB-ABFB-08828321DD90}" dt="2024-08-05T14:20:11.593" v="19876" actId="20577"/>
          <ac:spMkLst>
            <pc:docMk/>
            <pc:sldMk cId="1071728769" sldId="278"/>
            <ac:spMk id="3" creationId="{B096802C-FBCD-427C-9668-5E2B4C4899AC}"/>
          </ac:spMkLst>
        </pc:spChg>
        <pc:spChg chg="mod">
          <ac:chgData name="Wai T" userId="803fb5f0506a6e42" providerId="LiveId" clId="{222894FC-9D97-4FAB-ABFB-08828321DD90}" dt="2024-08-05T14:20:15" v="19877" actId="1076"/>
          <ac:spMkLst>
            <pc:docMk/>
            <pc:sldMk cId="1071728769" sldId="278"/>
            <ac:spMk id="4" creationId="{B66E2B9B-F170-7C00-0553-EA5CA7F26808}"/>
          </ac:spMkLst>
        </pc:spChg>
      </pc:sldChg>
      <pc:sldChg chg="addSp modSp add mod ord">
        <pc:chgData name="Wai T" userId="803fb5f0506a6e42" providerId="LiveId" clId="{222894FC-9D97-4FAB-ABFB-08828321DD90}" dt="2024-08-05T09:57:49.786" v="17962" actId="15"/>
        <pc:sldMkLst>
          <pc:docMk/>
          <pc:sldMk cId="2180340040" sldId="279"/>
        </pc:sldMkLst>
        <pc:spChg chg="mod">
          <ac:chgData name="Wai T" userId="803fb5f0506a6e42" providerId="LiveId" clId="{222894FC-9D97-4FAB-ABFB-08828321DD90}" dt="2024-08-02T12:14:59.246" v="9298" actId="20577"/>
          <ac:spMkLst>
            <pc:docMk/>
            <pc:sldMk cId="2180340040" sldId="279"/>
            <ac:spMk id="2" creationId="{1AE535E4-D566-F3D6-568A-5540023B5E13}"/>
          </ac:spMkLst>
        </pc:spChg>
        <pc:spChg chg="mod">
          <ac:chgData name="Wai T" userId="803fb5f0506a6e42" providerId="LiveId" clId="{222894FC-9D97-4FAB-ABFB-08828321DD90}" dt="2024-08-05T09:57:49.786" v="17962" actId="15"/>
          <ac:spMkLst>
            <pc:docMk/>
            <pc:sldMk cId="2180340040" sldId="279"/>
            <ac:spMk id="3" creationId="{448E7F8F-CEBF-123E-A884-0AD6B0449545}"/>
          </ac:spMkLst>
        </pc:spChg>
        <pc:spChg chg="mod">
          <ac:chgData name="Wai T" userId="803fb5f0506a6e42" providerId="LiveId" clId="{222894FC-9D97-4FAB-ABFB-08828321DD90}" dt="2024-08-05T09:46:41.859" v="17792"/>
          <ac:spMkLst>
            <pc:docMk/>
            <pc:sldMk cId="2180340040" sldId="279"/>
            <ac:spMk id="5" creationId="{DCFB3CAB-6728-266F-9652-A93EBBE0FD5C}"/>
          </ac:spMkLst>
        </pc:spChg>
        <pc:spChg chg="mod">
          <ac:chgData name="Wai T" userId="803fb5f0506a6e42" providerId="LiveId" clId="{222894FC-9D97-4FAB-ABFB-08828321DD90}" dt="2024-08-05T09:46:41.859" v="17792"/>
          <ac:spMkLst>
            <pc:docMk/>
            <pc:sldMk cId="2180340040" sldId="279"/>
            <ac:spMk id="6" creationId="{40821EBC-3E84-5C12-871A-B7E15F7BF70E}"/>
          </ac:spMkLst>
        </pc:spChg>
        <pc:spChg chg="mod">
          <ac:chgData name="Wai T" userId="803fb5f0506a6e42" providerId="LiveId" clId="{222894FC-9D97-4FAB-ABFB-08828321DD90}" dt="2024-08-05T09:46:41.859" v="17792"/>
          <ac:spMkLst>
            <pc:docMk/>
            <pc:sldMk cId="2180340040" sldId="279"/>
            <ac:spMk id="7" creationId="{9827D05E-9CE7-7F35-B609-5A565AA5369D}"/>
          </ac:spMkLst>
        </pc:spChg>
        <pc:spChg chg="mod">
          <ac:chgData name="Wai T" userId="803fb5f0506a6e42" providerId="LiveId" clId="{222894FC-9D97-4FAB-ABFB-08828321DD90}" dt="2024-08-05T09:46:41.859" v="17792"/>
          <ac:spMkLst>
            <pc:docMk/>
            <pc:sldMk cId="2180340040" sldId="279"/>
            <ac:spMk id="8" creationId="{93E78BF7-740F-0B0A-59A1-5AC4796A9849}"/>
          </ac:spMkLst>
        </pc:spChg>
        <pc:spChg chg="mod">
          <ac:chgData name="Wai T" userId="803fb5f0506a6e42" providerId="LiveId" clId="{222894FC-9D97-4FAB-ABFB-08828321DD90}" dt="2024-08-05T09:46:41.859" v="17792"/>
          <ac:spMkLst>
            <pc:docMk/>
            <pc:sldMk cId="2180340040" sldId="279"/>
            <ac:spMk id="9" creationId="{300738E7-44D4-8CA8-AA0B-220B9C4CFEBA}"/>
          </ac:spMkLst>
        </pc:spChg>
        <pc:spChg chg="mod">
          <ac:chgData name="Wai T" userId="803fb5f0506a6e42" providerId="LiveId" clId="{222894FC-9D97-4FAB-ABFB-08828321DD90}" dt="2024-08-05T09:46:41.859" v="17792"/>
          <ac:spMkLst>
            <pc:docMk/>
            <pc:sldMk cId="2180340040" sldId="279"/>
            <ac:spMk id="10" creationId="{6564626E-03F9-D47E-75DF-8A2C1A0D6239}"/>
          </ac:spMkLst>
        </pc:spChg>
        <pc:grpChg chg="add mod">
          <ac:chgData name="Wai T" userId="803fb5f0506a6e42" providerId="LiveId" clId="{222894FC-9D97-4FAB-ABFB-08828321DD90}" dt="2024-08-05T09:46:44.884" v="17793" actId="1076"/>
          <ac:grpSpMkLst>
            <pc:docMk/>
            <pc:sldMk cId="2180340040" sldId="279"/>
            <ac:grpSpMk id="4" creationId="{8DAB991E-5632-1B56-DFA1-C19254E5D098}"/>
          </ac:grpSpMkLst>
        </pc:grpChg>
      </pc:sldChg>
      <pc:sldChg chg="modSp add mod modAnim">
        <pc:chgData name="Wai T" userId="803fb5f0506a6e42" providerId="LiveId" clId="{222894FC-9D97-4FAB-ABFB-08828321DD90}" dt="2024-08-05T14:32:16.677" v="20318"/>
        <pc:sldMkLst>
          <pc:docMk/>
          <pc:sldMk cId="3954975190" sldId="280"/>
        </pc:sldMkLst>
        <pc:spChg chg="mod">
          <ac:chgData name="Wai T" userId="803fb5f0506a6e42" providerId="LiveId" clId="{222894FC-9D97-4FAB-ABFB-08828321DD90}" dt="2024-08-02T12:21:02.120" v="9831" actId="20577"/>
          <ac:spMkLst>
            <pc:docMk/>
            <pc:sldMk cId="3954975190" sldId="280"/>
            <ac:spMk id="2" creationId="{1AE535E4-D566-F3D6-568A-5540023B5E13}"/>
          </ac:spMkLst>
        </pc:spChg>
        <pc:spChg chg="mod">
          <ac:chgData name="Wai T" userId="803fb5f0506a6e42" providerId="LiveId" clId="{222894FC-9D97-4FAB-ABFB-08828321DD90}" dt="2024-08-05T14:31:32.571" v="20313" actId="27636"/>
          <ac:spMkLst>
            <pc:docMk/>
            <pc:sldMk cId="3954975190" sldId="280"/>
            <ac:spMk id="3" creationId="{448E7F8F-CEBF-123E-A884-0AD6B0449545}"/>
          </ac:spMkLst>
        </pc:spChg>
      </pc:sldChg>
      <pc:sldChg chg="addSp delSp modSp add mod modAnim">
        <pc:chgData name="Wai T" userId="803fb5f0506a6e42" providerId="LiveId" clId="{222894FC-9D97-4FAB-ABFB-08828321DD90}" dt="2024-08-05T16:01:33.105" v="22101" actId="20577"/>
        <pc:sldMkLst>
          <pc:docMk/>
          <pc:sldMk cId="3332645723" sldId="281"/>
        </pc:sldMkLst>
        <pc:spChg chg="mod">
          <ac:chgData name="Wai T" userId="803fb5f0506a6e42" providerId="LiveId" clId="{222894FC-9D97-4FAB-ABFB-08828321DD90}" dt="2024-08-05T14:30:20.107" v="20247" actId="20577"/>
          <ac:spMkLst>
            <pc:docMk/>
            <pc:sldMk cId="3332645723" sldId="281"/>
            <ac:spMk id="2" creationId="{1AE535E4-D566-F3D6-568A-5540023B5E13}"/>
          </ac:spMkLst>
        </pc:spChg>
        <pc:spChg chg="del">
          <ac:chgData name="Wai T" userId="803fb5f0506a6e42" providerId="LiveId" clId="{222894FC-9D97-4FAB-ABFB-08828321DD90}" dt="2024-08-02T12:35:01.071" v="10212" actId="478"/>
          <ac:spMkLst>
            <pc:docMk/>
            <pc:sldMk cId="3332645723" sldId="281"/>
            <ac:spMk id="3" creationId="{448E7F8F-CEBF-123E-A884-0AD6B0449545}"/>
          </ac:spMkLst>
        </pc:spChg>
        <pc:spChg chg="add del mod">
          <ac:chgData name="Wai T" userId="803fb5f0506a6e42" providerId="LiveId" clId="{222894FC-9D97-4FAB-ABFB-08828321DD90}" dt="2024-08-02T12:35:07.381" v="10213" actId="478"/>
          <ac:spMkLst>
            <pc:docMk/>
            <pc:sldMk cId="3332645723" sldId="281"/>
            <ac:spMk id="5" creationId="{1DDDCA8D-0777-8230-8B54-6A81C4FBD2A8}"/>
          </ac:spMkLst>
        </pc:spChg>
        <pc:spChg chg="add mod">
          <ac:chgData name="Wai T" userId="803fb5f0506a6e42" providerId="LiveId" clId="{222894FC-9D97-4FAB-ABFB-08828321DD90}" dt="2024-08-02T12:37:23.977" v="10276" actId="1076"/>
          <ac:spMkLst>
            <pc:docMk/>
            <pc:sldMk cId="3332645723" sldId="281"/>
            <ac:spMk id="6" creationId="{A952ADD8-467E-51B2-CB67-2C56A366605F}"/>
          </ac:spMkLst>
        </pc:spChg>
        <pc:spChg chg="add mod">
          <ac:chgData name="Wai T" userId="803fb5f0506a6e42" providerId="LiveId" clId="{222894FC-9D97-4FAB-ABFB-08828321DD90}" dt="2024-08-05T14:35:16.638" v="20325" actId="164"/>
          <ac:spMkLst>
            <pc:docMk/>
            <pc:sldMk cId="3332645723" sldId="281"/>
            <ac:spMk id="7" creationId="{C61B6FFA-0235-928B-7C06-32E7FEC441D8}"/>
          </ac:spMkLst>
        </pc:spChg>
        <pc:spChg chg="add mod">
          <ac:chgData name="Wai T" userId="803fb5f0506a6e42" providerId="LiveId" clId="{222894FC-9D97-4FAB-ABFB-08828321DD90}" dt="2024-08-05T14:35:21" v="20326" actId="164"/>
          <ac:spMkLst>
            <pc:docMk/>
            <pc:sldMk cId="3332645723" sldId="281"/>
            <ac:spMk id="8" creationId="{8A15B498-DF55-C9A9-730A-842873885003}"/>
          </ac:spMkLst>
        </pc:spChg>
        <pc:spChg chg="add mod topLvl">
          <ac:chgData name="Wai T" userId="803fb5f0506a6e42" providerId="LiveId" clId="{222894FC-9D97-4FAB-ABFB-08828321DD90}" dt="2024-08-05T15:58:21.111" v="22065" actId="165"/>
          <ac:spMkLst>
            <pc:docMk/>
            <pc:sldMk cId="3332645723" sldId="281"/>
            <ac:spMk id="9" creationId="{86D3C8CF-6A2A-AFE2-2E20-906CCC9566BF}"/>
          </ac:spMkLst>
        </pc:spChg>
        <pc:spChg chg="add mod topLvl">
          <ac:chgData name="Wai T" userId="803fb5f0506a6e42" providerId="LiveId" clId="{222894FC-9D97-4FAB-ABFB-08828321DD90}" dt="2024-08-05T15:58:21.111" v="22065" actId="165"/>
          <ac:spMkLst>
            <pc:docMk/>
            <pc:sldMk cId="3332645723" sldId="281"/>
            <ac:spMk id="10" creationId="{696962FD-14EE-4192-236C-8DAF77B068B5}"/>
          </ac:spMkLst>
        </pc:spChg>
        <pc:spChg chg="add mod topLvl">
          <ac:chgData name="Wai T" userId="803fb5f0506a6e42" providerId="LiveId" clId="{222894FC-9D97-4FAB-ABFB-08828321DD90}" dt="2024-08-05T15:58:21.111" v="22065" actId="165"/>
          <ac:spMkLst>
            <pc:docMk/>
            <pc:sldMk cId="3332645723" sldId="281"/>
            <ac:spMk id="11" creationId="{9C45C63B-451A-4A91-647F-E8EA462CA68E}"/>
          </ac:spMkLst>
        </pc:spChg>
        <pc:spChg chg="add mod topLvl">
          <ac:chgData name="Wai T" userId="803fb5f0506a6e42" providerId="LiveId" clId="{222894FC-9D97-4FAB-ABFB-08828321DD90}" dt="2024-08-05T15:58:21.111" v="22065" actId="165"/>
          <ac:spMkLst>
            <pc:docMk/>
            <pc:sldMk cId="3332645723" sldId="281"/>
            <ac:spMk id="12" creationId="{A127B1F1-19AC-AB5E-737C-1C325932CA53}"/>
          </ac:spMkLst>
        </pc:spChg>
        <pc:spChg chg="add mod topLvl">
          <ac:chgData name="Wai T" userId="803fb5f0506a6e42" providerId="LiveId" clId="{222894FC-9D97-4FAB-ABFB-08828321DD90}" dt="2024-08-05T15:58:21.111" v="22065" actId="165"/>
          <ac:spMkLst>
            <pc:docMk/>
            <pc:sldMk cId="3332645723" sldId="281"/>
            <ac:spMk id="13" creationId="{776601AE-A131-10E4-753D-39ABB898D543}"/>
          </ac:spMkLst>
        </pc:spChg>
        <pc:spChg chg="add mod topLvl">
          <ac:chgData name="Wai T" userId="803fb5f0506a6e42" providerId="LiveId" clId="{222894FC-9D97-4FAB-ABFB-08828321DD90}" dt="2024-08-05T15:58:21.111" v="22065" actId="165"/>
          <ac:spMkLst>
            <pc:docMk/>
            <pc:sldMk cId="3332645723" sldId="281"/>
            <ac:spMk id="14" creationId="{6B21BBB5-6178-4310-ACB7-DB2BDAF018E5}"/>
          </ac:spMkLst>
        </pc:spChg>
        <pc:spChg chg="add mod topLvl">
          <ac:chgData name="Wai T" userId="803fb5f0506a6e42" providerId="LiveId" clId="{222894FC-9D97-4FAB-ABFB-08828321DD90}" dt="2024-08-05T15:58:21.111" v="22065" actId="165"/>
          <ac:spMkLst>
            <pc:docMk/>
            <pc:sldMk cId="3332645723" sldId="281"/>
            <ac:spMk id="15" creationId="{34B4AE61-5E90-17EB-23FC-3B258687DEC6}"/>
          </ac:spMkLst>
        </pc:spChg>
        <pc:spChg chg="add mod topLvl">
          <ac:chgData name="Wai T" userId="803fb5f0506a6e42" providerId="LiveId" clId="{222894FC-9D97-4FAB-ABFB-08828321DD90}" dt="2024-08-05T15:58:21.111" v="22065" actId="165"/>
          <ac:spMkLst>
            <pc:docMk/>
            <pc:sldMk cId="3332645723" sldId="281"/>
            <ac:spMk id="16" creationId="{85E93153-D745-9989-ED5C-43D8C0236310}"/>
          </ac:spMkLst>
        </pc:spChg>
        <pc:spChg chg="add mod topLvl">
          <ac:chgData name="Wai T" userId="803fb5f0506a6e42" providerId="LiveId" clId="{222894FC-9D97-4FAB-ABFB-08828321DD90}" dt="2024-08-05T15:58:21.111" v="22065" actId="165"/>
          <ac:spMkLst>
            <pc:docMk/>
            <pc:sldMk cId="3332645723" sldId="281"/>
            <ac:spMk id="17" creationId="{9DC749AC-A8D7-FCF5-E4FF-2F0D0B633649}"/>
          </ac:spMkLst>
        </pc:spChg>
        <pc:spChg chg="add mod topLvl">
          <ac:chgData name="Wai T" userId="803fb5f0506a6e42" providerId="LiveId" clId="{222894FC-9D97-4FAB-ABFB-08828321DD90}" dt="2024-08-05T15:58:21.111" v="22065" actId="165"/>
          <ac:spMkLst>
            <pc:docMk/>
            <pc:sldMk cId="3332645723" sldId="281"/>
            <ac:spMk id="18" creationId="{4C2004B3-9276-4EF9-3114-FBC945A4F46F}"/>
          </ac:spMkLst>
        </pc:spChg>
        <pc:spChg chg="add mod topLvl">
          <ac:chgData name="Wai T" userId="803fb5f0506a6e42" providerId="LiveId" clId="{222894FC-9D97-4FAB-ABFB-08828321DD90}" dt="2024-08-05T15:58:21.111" v="22065" actId="165"/>
          <ac:spMkLst>
            <pc:docMk/>
            <pc:sldMk cId="3332645723" sldId="281"/>
            <ac:spMk id="19" creationId="{BA781C29-906B-9A62-D755-C8FD8B784F3C}"/>
          </ac:spMkLst>
        </pc:spChg>
        <pc:spChg chg="add mod topLvl">
          <ac:chgData name="Wai T" userId="803fb5f0506a6e42" providerId="LiveId" clId="{222894FC-9D97-4FAB-ABFB-08828321DD90}" dt="2024-08-05T15:58:21.111" v="22065" actId="165"/>
          <ac:spMkLst>
            <pc:docMk/>
            <pc:sldMk cId="3332645723" sldId="281"/>
            <ac:spMk id="20" creationId="{C367057E-8151-9FC4-E30B-EF58E12E745A}"/>
          </ac:spMkLst>
        </pc:spChg>
        <pc:spChg chg="add mod topLvl">
          <ac:chgData name="Wai T" userId="803fb5f0506a6e42" providerId="LiveId" clId="{222894FC-9D97-4FAB-ABFB-08828321DD90}" dt="2024-08-05T15:58:21.111" v="22065" actId="165"/>
          <ac:spMkLst>
            <pc:docMk/>
            <pc:sldMk cId="3332645723" sldId="281"/>
            <ac:spMk id="21" creationId="{37CDC107-FB3A-8DBF-F054-2C436B2FF4C2}"/>
          </ac:spMkLst>
        </pc:spChg>
        <pc:spChg chg="add mod topLvl">
          <ac:chgData name="Wai T" userId="803fb5f0506a6e42" providerId="LiveId" clId="{222894FC-9D97-4FAB-ABFB-08828321DD90}" dt="2024-08-05T15:58:21.111" v="22065" actId="165"/>
          <ac:spMkLst>
            <pc:docMk/>
            <pc:sldMk cId="3332645723" sldId="281"/>
            <ac:spMk id="22" creationId="{88D475A9-0241-9390-6427-6E84E402D82B}"/>
          </ac:spMkLst>
        </pc:spChg>
        <pc:spChg chg="add mod topLvl">
          <ac:chgData name="Wai T" userId="803fb5f0506a6e42" providerId="LiveId" clId="{222894FC-9D97-4FAB-ABFB-08828321DD90}" dt="2024-08-05T15:58:21.111" v="22065" actId="165"/>
          <ac:spMkLst>
            <pc:docMk/>
            <pc:sldMk cId="3332645723" sldId="281"/>
            <ac:spMk id="23" creationId="{E2AA5D72-7EFF-508C-F531-D18EC56A7310}"/>
          </ac:spMkLst>
        </pc:spChg>
        <pc:spChg chg="add mod topLvl">
          <ac:chgData name="Wai T" userId="803fb5f0506a6e42" providerId="LiveId" clId="{222894FC-9D97-4FAB-ABFB-08828321DD90}" dt="2024-08-05T15:58:21.111" v="22065" actId="165"/>
          <ac:spMkLst>
            <pc:docMk/>
            <pc:sldMk cId="3332645723" sldId="281"/>
            <ac:spMk id="24" creationId="{F0E9B37D-6225-7442-CF09-FE0D6FFEE1CD}"/>
          </ac:spMkLst>
        </pc:spChg>
        <pc:spChg chg="add mod topLvl">
          <ac:chgData name="Wai T" userId="803fb5f0506a6e42" providerId="LiveId" clId="{222894FC-9D97-4FAB-ABFB-08828321DD90}" dt="2024-08-05T15:58:21.111" v="22065" actId="165"/>
          <ac:spMkLst>
            <pc:docMk/>
            <pc:sldMk cId="3332645723" sldId="281"/>
            <ac:spMk id="25" creationId="{4BA35EBC-7787-A8C6-11F9-979F8B7F54D7}"/>
          </ac:spMkLst>
        </pc:spChg>
        <pc:spChg chg="add mod topLvl">
          <ac:chgData name="Wai T" userId="803fb5f0506a6e42" providerId="LiveId" clId="{222894FC-9D97-4FAB-ABFB-08828321DD90}" dt="2024-08-05T15:58:21.111" v="22065" actId="165"/>
          <ac:spMkLst>
            <pc:docMk/>
            <pc:sldMk cId="3332645723" sldId="281"/>
            <ac:spMk id="26" creationId="{ACCD9F8B-20D0-6D94-C100-7A34374E155E}"/>
          </ac:spMkLst>
        </pc:spChg>
        <pc:spChg chg="add mod topLvl">
          <ac:chgData name="Wai T" userId="803fb5f0506a6e42" providerId="LiveId" clId="{222894FC-9D97-4FAB-ABFB-08828321DD90}" dt="2024-08-05T15:58:21.111" v="22065" actId="165"/>
          <ac:spMkLst>
            <pc:docMk/>
            <pc:sldMk cId="3332645723" sldId="281"/>
            <ac:spMk id="27" creationId="{4AD27D77-C985-D0F0-A328-4AFF28C58103}"/>
          </ac:spMkLst>
        </pc:spChg>
        <pc:spChg chg="add mod topLvl">
          <ac:chgData name="Wai T" userId="803fb5f0506a6e42" providerId="LiveId" clId="{222894FC-9D97-4FAB-ABFB-08828321DD90}" dt="2024-08-05T15:58:21.111" v="22065" actId="165"/>
          <ac:spMkLst>
            <pc:docMk/>
            <pc:sldMk cId="3332645723" sldId="281"/>
            <ac:spMk id="28" creationId="{3174B3EB-C20C-8249-6371-EF12FD2420AB}"/>
          </ac:spMkLst>
        </pc:spChg>
        <pc:spChg chg="add mod topLvl">
          <ac:chgData name="Wai T" userId="803fb5f0506a6e42" providerId="LiveId" clId="{222894FC-9D97-4FAB-ABFB-08828321DD90}" dt="2024-08-05T15:58:21.111" v="22065" actId="165"/>
          <ac:spMkLst>
            <pc:docMk/>
            <pc:sldMk cId="3332645723" sldId="281"/>
            <ac:spMk id="29" creationId="{5973EAA4-9531-ABB9-5AD1-645C7BE0DCA4}"/>
          </ac:spMkLst>
        </pc:spChg>
        <pc:spChg chg="add mod topLvl">
          <ac:chgData name="Wai T" userId="803fb5f0506a6e42" providerId="LiveId" clId="{222894FC-9D97-4FAB-ABFB-08828321DD90}" dt="2024-08-05T15:58:21.111" v="22065" actId="165"/>
          <ac:spMkLst>
            <pc:docMk/>
            <pc:sldMk cId="3332645723" sldId="281"/>
            <ac:spMk id="30" creationId="{968E6AA7-28D7-3E97-EF7E-E8E9B8628E34}"/>
          </ac:spMkLst>
        </pc:spChg>
        <pc:spChg chg="add mod topLvl">
          <ac:chgData name="Wai T" userId="803fb5f0506a6e42" providerId="LiveId" clId="{222894FC-9D97-4FAB-ABFB-08828321DD90}" dt="2024-08-05T15:58:21.111" v="22065" actId="165"/>
          <ac:spMkLst>
            <pc:docMk/>
            <pc:sldMk cId="3332645723" sldId="281"/>
            <ac:spMk id="31" creationId="{DB39B6BD-559D-6133-F29B-239CA568C3D5}"/>
          </ac:spMkLst>
        </pc:spChg>
        <pc:spChg chg="add mod topLvl">
          <ac:chgData name="Wai T" userId="803fb5f0506a6e42" providerId="LiveId" clId="{222894FC-9D97-4FAB-ABFB-08828321DD90}" dt="2024-08-05T15:58:21.111" v="22065" actId="165"/>
          <ac:spMkLst>
            <pc:docMk/>
            <pc:sldMk cId="3332645723" sldId="281"/>
            <ac:spMk id="32" creationId="{70AA8750-D086-D891-BAB8-28E657CFFC4F}"/>
          </ac:spMkLst>
        </pc:spChg>
        <pc:spChg chg="add mod topLvl">
          <ac:chgData name="Wai T" userId="803fb5f0506a6e42" providerId="LiveId" clId="{222894FC-9D97-4FAB-ABFB-08828321DD90}" dt="2024-08-05T15:58:21.111" v="22065" actId="165"/>
          <ac:spMkLst>
            <pc:docMk/>
            <pc:sldMk cId="3332645723" sldId="281"/>
            <ac:spMk id="33" creationId="{0B3348D1-7B88-5FC5-25A2-6669FB78886A}"/>
          </ac:spMkLst>
        </pc:spChg>
        <pc:spChg chg="add mod topLvl">
          <ac:chgData name="Wai T" userId="803fb5f0506a6e42" providerId="LiveId" clId="{222894FC-9D97-4FAB-ABFB-08828321DD90}" dt="2024-08-05T15:58:21.111" v="22065" actId="165"/>
          <ac:spMkLst>
            <pc:docMk/>
            <pc:sldMk cId="3332645723" sldId="281"/>
            <ac:spMk id="34" creationId="{4406F780-256E-64AA-8FBE-7470A9F6F239}"/>
          </ac:spMkLst>
        </pc:spChg>
        <pc:spChg chg="add mod topLvl">
          <ac:chgData name="Wai T" userId="803fb5f0506a6e42" providerId="LiveId" clId="{222894FC-9D97-4FAB-ABFB-08828321DD90}" dt="2024-08-05T15:58:21.111" v="22065" actId="165"/>
          <ac:spMkLst>
            <pc:docMk/>
            <pc:sldMk cId="3332645723" sldId="281"/>
            <ac:spMk id="35" creationId="{64751428-27BF-CFAF-FE4B-C3A1DC8BFA93}"/>
          </ac:spMkLst>
        </pc:spChg>
        <pc:spChg chg="add mod topLvl">
          <ac:chgData name="Wai T" userId="803fb5f0506a6e42" providerId="LiveId" clId="{222894FC-9D97-4FAB-ABFB-08828321DD90}" dt="2024-08-05T15:58:21.111" v="22065" actId="165"/>
          <ac:spMkLst>
            <pc:docMk/>
            <pc:sldMk cId="3332645723" sldId="281"/>
            <ac:spMk id="36" creationId="{D54B8EAB-5A65-138D-3447-BFCE2802EF5D}"/>
          </ac:spMkLst>
        </pc:spChg>
        <pc:spChg chg="add mod topLvl">
          <ac:chgData name="Wai T" userId="803fb5f0506a6e42" providerId="LiveId" clId="{222894FC-9D97-4FAB-ABFB-08828321DD90}" dt="2024-08-05T15:58:21.111" v="22065" actId="165"/>
          <ac:spMkLst>
            <pc:docMk/>
            <pc:sldMk cId="3332645723" sldId="281"/>
            <ac:spMk id="37" creationId="{41E20C3F-DCE5-92F9-2E28-556F2CD356B3}"/>
          </ac:spMkLst>
        </pc:spChg>
        <pc:spChg chg="add mod topLvl">
          <ac:chgData name="Wai T" userId="803fb5f0506a6e42" providerId="LiveId" clId="{222894FC-9D97-4FAB-ABFB-08828321DD90}" dt="2024-08-05T15:58:21.111" v="22065" actId="165"/>
          <ac:spMkLst>
            <pc:docMk/>
            <pc:sldMk cId="3332645723" sldId="281"/>
            <ac:spMk id="38" creationId="{65A86616-57D9-61A5-B2B9-40871C61E715}"/>
          </ac:spMkLst>
        </pc:spChg>
        <pc:spChg chg="add mod topLvl">
          <ac:chgData name="Wai T" userId="803fb5f0506a6e42" providerId="LiveId" clId="{222894FC-9D97-4FAB-ABFB-08828321DD90}" dt="2024-08-05T15:58:21.111" v="22065" actId="165"/>
          <ac:spMkLst>
            <pc:docMk/>
            <pc:sldMk cId="3332645723" sldId="281"/>
            <ac:spMk id="39" creationId="{C770B15F-F03F-33B5-BE6F-4ABA8E918F60}"/>
          </ac:spMkLst>
        </pc:spChg>
        <pc:spChg chg="add mod topLvl">
          <ac:chgData name="Wai T" userId="803fb5f0506a6e42" providerId="LiveId" clId="{222894FC-9D97-4FAB-ABFB-08828321DD90}" dt="2024-08-05T15:58:21.111" v="22065" actId="165"/>
          <ac:spMkLst>
            <pc:docMk/>
            <pc:sldMk cId="3332645723" sldId="281"/>
            <ac:spMk id="40" creationId="{09D67D25-7617-A31E-FAEA-89DAD5D51EC2}"/>
          </ac:spMkLst>
        </pc:spChg>
        <pc:spChg chg="add mod topLvl">
          <ac:chgData name="Wai T" userId="803fb5f0506a6e42" providerId="LiveId" clId="{222894FC-9D97-4FAB-ABFB-08828321DD90}" dt="2024-08-05T15:58:21.111" v="22065" actId="165"/>
          <ac:spMkLst>
            <pc:docMk/>
            <pc:sldMk cId="3332645723" sldId="281"/>
            <ac:spMk id="46" creationId="{1805C13E-2924-82F6-A307-331C0C8161D1}"/>
          </ac:spMkLst>
        </pc:spChg>
        <pc:spChg chg="add mod topLvl">
          <ac:chgData name="Wai T" userId="803fb5f0506a6e42" providerId="LiveId" clId="{222894FC-9D97-4FAB-ABFB-08828321DD90}" dt="2024-08-05T15:58:21.111" v="22065" actId="165"/>
          <ac:spMkLst>
            <pc:docMk/>
            <pc:sldMk cId="3332645723" sldId="281"/>
            <ac:spMk id="47" creationId="{C9629F15-7DD2-82DE-3D68-E11575BAE816}"/>
          </ac:spMkLst>
        </pc:spChg>
        <pc:spChg chg="add mod topLvl">
          <ac:chgData name="Wai T" userId="803fb5f0506a6e42" providerId="LiveId" clId="{222894FC-9D97-4FAB-ABFB-08828321DD90}" dt="2024-08-05T15:58:21.111" v="22065" actId="165"/>
          <ac:spMkLst>
            <pc:docMk/>
            <pc:sldMk cId="3332645723" sldId="281"/>
            <ac:spMk id="48" creationId="{19C0710F-BAE8-370F-D550-ECE21C49C890}"/>
          </ac:spMkLst>
        </pc:spChg>
        <pc:spChg chg="add del mod">
          <ac:chgData name="Wai T" userId="803fb5f0506a6e42" providerId="LiveId" clId="{222894FC-9D97-4FAB-ABFB-08828321DD90}" dt="2024-08-02T12:39:22.318" v="10318" actId="11529"/>
          <ac:spMkLst>
            <pc:docMk/>
            <pc:sldMk cId="3332645723" sldId="281"/>
            <ac:spMk id="49" creationId="{74181192-D453-E2C5-FF06-F72A8D523227}"/>
          </ac:spMkLst>
        </pc:spChg>
        <pc:spChg chg="add mod">
          <ac:chgData name="Wai T" userId="803fb5f0506a6e42" providerId="LiveId" clId="{222894FC-9D97-4FAB-ABFB-08828321DD90}" dt="2024-08-05T14:33:48.031" v="20323" actId="164"/>
          <ac:spMkLst>
            <pc:docMk/>
            <pc:sldMk cId="3332645723" sldId="281"/>
            <ac:spMk id="50" creationId="{40776F61-DB46-7716-6BCC-44F697CAAE5F}"/>
          </ac:spMkLst>
        </pc:spChg>
        <pc:spChg chg="add mod">
          <ac:chgData name="Wai T" userId="803fb5f0506a6e42" providerId="LiveId" clId="{222894FC-9D97-4FAB-ABFB-08828321DD90}" dt="2024-08-05T14:34:14.656" v="20324" actId="207"/>
          <ac:spMkLst>
            <pc:docMk/>
            <pc:sldMk cId="3332645723" sldId="281"/>
            <ac:spMk id="53" creationId="{517B6925-C6B5-B356-B82A-EABE82FEB4D5}"/>
          </ac:spMkLst>
        </pc:spChg>
        <pc:spChg chg="add mod">
          <ac:chgData name="Wai T" userId="803fb5f0506a6e42" providerId="LiveId" clId="{222894FC-9D97-4FAB-ABFB-08828321DD90}" dt="2024-08-05T14:33:48.031" v="20323" actId="164"/>
          <ac:spMkLst>
            <pc:docMk/>
            <pc:sldMk cId="3332645723" sldId="281"/>
            <ac:spMk id="55" creationId="{BA950833-0CB0-D0E3-199A-D02EFCE6AC89}"/>
          </ac:spMkLst>
        </pc:spChg>
        <pc:spChg chg="add mod">
          <ac:chgData name="Wai T" userId="803fb5f0506a6e42" providerId="LiveId" clId="{222894FC-9D97-4FAB-ABFB-08828321DD90}" dt="2024-08-05T14:33:48.031" v="20323" actId="164"/>
          <ac:spMkLst>
            <pc:docMk/>
            <pc:sldMk cId="3332645723" sldId="281"/>
            <ac:spMk id="63" creationId="{6B9EBC0B-9CAB-E33A-7862-C7D9583C7ECE}"/>
          </ac:spMkLst>
        </pc:spChg>
        <pc:spChg chg="add mod">
          <ac:chgData name="Wai T" userId="803fb5f0506a6e42" providerId="LiveId" clId="{222894FC-9D97-4FAB-ABFB-08828321DD90}" dt="2024-08-05T14:33:48.031" v="20323" actId="164"/>
          <ac:spMkLst>
            <pc:docMk/>
            <pc:sldMk cId="3332645723" sldId="281"/>
            <ac:spMk id="64" creationId="{FE1983E9-6A50-D002-581A-E06773878344}"/>
          </ac:spMkLst>
        </pc:spChg>
        <pc:spChg chg="add mod">
          <ac:chgData name="Wai T" userId="803fb5f0506a6e42" providerId="LiveId" clId="{222894FC-9D97-4FAB-ABFB-08828321DD90}" dt="2024-08-05T14:33:48.031" v="20323" actId="164"/>
          <ac:spMkLst>
            <pc:docMk/>
            <pc:sldMk cId="3332645723" sldId="281"/>
            <ac:spMk id="66" creationId="{05AF8A0E-796C-697F-CDCA-7BC6A770B367}"/>
          </ac:spMkLst>
        </pc:spChg>
        <pc:spChg chg="add mod">
          <ac:chgData name="Wai T" userId="803fb5f0506a6e42" providerId="LiveId" clId="{222894FC-9D97-4FAB-ABFB-08828321DD90}" dt="2024-08-05T14:33:48.031" v="20323" actId="164"/>
          <ac:spMkLst>
            <pc:docMk/>
            <pc:sldMk cId="3332645723" sldId="281"/>
            <ac:spMk id="68" creationId="{A1B742D0-DD6C-1870-8E7B-B4F18B4957B8}"/>
          </ac:spMkLst>
        </pc:spChg>
        <pc:spChg chg="add mod">
          <ac:chgData name="Wai T" userId="803fb5f0506a6e42" providerId="LiveId" clId="{222894FC-9D97-4FAB-ABFB-08828321DD90}" dt="2024-08-05T14:33:48.031" v="20323" actId="164"/>
          <ac:spMkLst>
            <pc:docMk/>
            <pc:sldMk cId="3332645723" sldId="281"/>
            <ac:spMk id="69" creationId="{D3B7C7C2-A7E2-A13C-D95C-FA9EA46FBEF1}"/>
          </ac:spMkLst>
        </pc:spChg>
        <pc:spChg chg="add mod">
          <ac:chgData name="Wai T" userId="803fb5f0506a6e42" providerId="LiveId" clId="{222894FC-9D97-4FAB-ABFB-08828321DD90}" dt="2024-08-05T14:33:48.031" v="20323" actId="164"/>
          <ac:spMkLst>
            <pc:docMk/>
            <pc:sldMk cId="3332645723" sldId="281"/>
            <ac:spMk id="71" creationId="{5130FD87-56E8-E180-F9B9-9F0638BCC81C}"/>
          </ac:spMkLst>
        </pc:spChg>
        <pc:spChg chg="add mod">
          <ac:chgData name="Wai T" userId="803fb5f0506a6e42" providerId="LiveId" clId="{222894FC-9D97-4FAB-ABFB-08828321DD90}" dt="2024-08-05T14:33:48.031" v="20323" actId="164"/>
          <ac:spMkLst>
            <pc:docMk/>
            <pc:sldMk cId="3332645723" sldId="281"/>
            <ac:spMk id="73" creationId="{26879447-376F-F425-4320-89E577FCFC86}"/>
          </ac:spMkLst>
        </pc:spChg>
        <pc:spChg chg="add mod">
          <ac:chgData name="Wai T" userId="803fb5f0506a6e42" providerId="LiveId" clId="{222894FC-9D97-4FAB-ABFB-08828321DD90}" dt="2024-08-05T14:33:48.031" v="20323" actId="164"/>
          <ac:spMkLst>
            <pc:docMk/>
            <pc:sldMk cId="3332645723" sldId="281"/>
            <ac:spMk id="74" creationId="{ECE5D743-EBDC-F14E-3FD9-32F1C6AD7F76}"/>
          </ac:spMkLst>
        </pc:spChg>
        <pc:spChg chg="add mod">
          <ac:chgData name="Wai T" userId="803fb5f0506a6e42" providerId="LiveId" clId="{222894FC-9D97-4FAB-ABFB-08828321DD90}" dt="2024-08-05T14:33:48.031" v="20323" actId="164"/>
          <ac:spMkLst>
            <pc:docMk/>
            <pc:sldMk cId="3332645723" sldId="281"/>
            <ac:spMk id="76" creationId="{3CF6C815-1890-ADB3-CF92-0D1E301B2091}"/>
          </ac:spMkLst>
        </pc:spChg>
        <pc:spChg chg="add mod">
          <ac:chgData name="Wai T" userId="803fb5f0506a6e42" providerId="LiveId" clId="{222894FC-9D97-4FAB-ABFB-08828321DD90}" dt="2024-08-05T14:36:09.156" v="20328" actId="164"/>
          <ac:spMkLst>
            <pc:docMk/>
            <pc:sldMk cId="3332645723" sldId="281"/>
            <ac:spMk id="97" creationId="{12872131-A247-4A72-407F-134DBF0A6F07}"/>
          </ac:spMkLst>
        </pc:spChg>
        <pc:spChg chg="add mod">
          <ac:chgData name="Wai T" userId="803fb5f0506a6e42" providerId="LiveId" clId="{222894FC-9D97-4FAB-ABFB-08828321DD90}" dt="2024-08-05T14:36:05.406" v="20327" actId="164"/>
          <ac:spMkLst>
            <pc:docMk/>
            <pc:sldMk cId="3332645723" sldId="281"/>
            <ac:spMk id="105" creationId="{D000048F-4DCE-26DA-A369-E9AD0D6F8883}"/>
          </ac:spMkLst>
        </pc:spChg>
        <pc:spChg chg="add mod">
          <ac:chgData name="Wai T" userId="803fb5f0506a6e42" providerId="LiveId" clId="{222894FC-9D97-4FAB-ABFB-08828321DD90}" dt="2024-08-05T16:01:33.105" v="22101" actId="20577"/>
          <ac:spMkLst>
            <pc:docMk/>
            <pc:sldMk cId="3332645723" sldId="281"/>
            <ac:spMk id="109" creationId="{76C441A4-590C-E3D5-F2BD-B8DADB952C59}"/>
          </ac:spMkLst>
        </pc:spChg>
        <pc:spChg chg="add mod">
          <ac:chgData name="Wai T" userId="803fb5f0506a6e42" providerId="LiveId" clId="{222894FC-9D97-4FAB-ABFB-08828321DD90}" dt="2024-08-05T14:35:16.638" v="20325" actId="164"/>
          <ac:spMkLst>
            <pc:docMk/>
            <pc:sldMk cId="3332645723" sldId="281"/>
            <ac:spMk id="110" creationId="{53513ED1-1EF7-9A11-AE43-22AEB36D72F4}"/>
          </ac:spMkLst>
        </pc:spChg>
        <pc:grpChg chg="add del mod">
          <ac:chgData name="Wai T" userId="803fb5f0506a6e42" providerId="LiveId" clId="{222894FC-9D97-4FAB-ABFB-08828321DD90}" dt="2024-08-05T15:58:21.111" v="22065" actId="165"/>
          <ac:grpSpMkLst>
            <pc:docMk/>
            <pc:sldMk cId="3332645723" sldId="281"/>
            <ac:grpSpMk id="4" creationId="{8EA4452D-2741-23AA-D131-2ED10138BAB6}"/>
          </ac:grpSpMkLst>
        </pc:grpChg>
        <pc:grpChg chg="add mod">
          <ac:chgData name="Wai T" userId="803fb5f0506a6e42" providerId="LiveId" clId="{222894FC-9D97-4FAB-ABFB-08828321DD90}" dt="2024-08-05T15:59:04.356" v="22066" actId="164"/>
          <ac:grpSpMkLst>
            <pc:docMk/>
            <pc:sldMk cId="3332645723" sldId="281"/>
            <ac:grpSpMk id="5" creationId="{E89C5241-2EF2-2EEA-62C0-6C20E14B64B8}"/>
          </ac:grpSpMkLst>
        </pc:grpChg>
        <pc:grpChg chg="add mod">
          <ac:chgData name="Wai T" userId="803fb5f0506a6e42" providerId="LiveId" clId="{222894FC-9D97-4FAB-ABFB-08828321DD90}" dt="2024-08-05T14:35:16.638" v="20325" actId="164"/>
          <ac:grpSpMkLst>
            <pc:docMk/>
            <pc:sldMk cId="3332645723" sldId="281"/>
            <ac:grpSpMk id="41" creationId="{42AA6754-0DEE-0EEE-E7E5-678FF723EA0E}"/>
          </ac:grpSpMkLst>
        </pc:grpChg>
        <pc:grpChg chg="add mod">
          <ac:chgData name="Wai T" userId="803fb5f0506a6e42" providerId="LiveId" clId="{222894FC-9D97-4FAB-ABFB-08828321DD90}" dt="2024-08-05T14:35:21" v="20326" actId="164"/>
          <ac:grpSpMkLst>
            <pc:docMk/>
            <pc:sldMk cId="3332645723" sldId="281"/>
            <ac:grpSpMk id="43" creationId="{6ED2B3D9-3973-0BBD-F655-9A3E11BC541F}"/>
          </ac:grpSpMkLst>
        </pc:grpChg>
        <pc:grpChg chg="add mod">
          <ac:chgData name="Wai T" userId="803fb5f0506a6e42" providerId="LiveId" clId="{222894FC-9D97-4FAB-ABFB-08828321DD90}" dt="2024-08-05T14:36:05.406" v="20327" actId="164"/>
          <ac:grpSpMkLst>
            <pc:docMk/>
            <pc:sldMk cId="3332645723" sldId="281"/>
            <ac:grpSpMk id="45" creationId="{BB84EC0A-F093-5321-888F-694A2018E624}"/>
          </ac:grpSpMkLst>
        </pc:grpChg>
        <pc:grpChg chg="add mod">
          <ac:chgData name="Wai T" userId="803fb5f0506a6e42" providerId="LiveId" clId="{222894FC-9D97-4FAB-ABFB-08828321DD90}" dt="2024-08-05T14:36:09.156" v="20328" actId="164"/>
          <ac:grpSpMkLst>
            <pc:docMk/>
            <pc:sldMk cId="3332645723" sldId="281"/>
            <ac:grpSpMk id="49" creationId="{6593ACA3-9401-8BD4-7BBB-F9ED5C048952}"/>
          </ac:grpSpMkLst>
        </pc:grpChg>
        <pc:grpChg chg="add mod">
          <ac:chgData name="Wai T" userId="803fb5f0506a6e42" providerId="LiveId" clId="{222894FC-9D97-4FAB-ABFB-08828321DD90}" dt="2024-08-05T15:59:04.356" v="22066" actId="164"/>
          <ac:grpSpMkLst>
            <pc:docMk/>
            <pc:sldMk cId="3332645723" sldId="281"/>
            <ac:grpSpMk id="51" creationId="{A7088649-BBD0-3883-C4FD-2DAC4CD15E7E}"/>
          </ac:grpSpMkLst>
        </pc:grpChg>
        <pc:cxnChg chg="add mod">
          <ac:chgData name="Wai T" userId="803fb5f0506a6e42" providerId="LiveId" clId="{222894FC-9D97-4FAB-ABFB-08828321DD90}" dt="2024-08-05T14:35:21" v="20326" actId="164"/>
          <ac:cxnSpMkLst>
            <pc:docMk/>
            <pc:sldMk cId="3332645723" sldId="281"/>
            <ac:cxnSpMk id="42" creationId="{FA9F16BC-CD8D-1FC8-F83C-C6391433B421}"/>
          </ac:cxnSpMkLst>
        </pc:cxnChg>
        <pc:cxnChg chg="add mod">
          <ac:chgData name="Wai T" userId="803fb5f0506a6e42" providerId="LiveId" clId="{222894FC-9D97-4FAB-ABFB-08828321DD90}" dt="2024-08-05T14:35:16.638" v="20325" actId="164"/>
          <ac:cxnSpMkLst>
            <pc:docMk/>
            <pc:sldMk cId="3332645723" sldId="281"/>
            <ac:cxnSpMk id="44" creationId="{6A3E55C8-E722-CA6E-8E1F-1EF505F69A51}"/>
          </ac:cxnSpMkLst>
        </pc:cxnChg>
        <pc:cxnChg chg="add mod topLvl">
          <ac:chgData name="Wai T" userId="803fb5f0506a6e42" providerId="LiveId" clId="{222894FC-9D97-4FAB-ABFB-08828321DD90}" dt="2024-08-05T15:59:04.356" v="22066" actId="164"/>
          <ac:cxnSpMkLst>
            <pc:docMk/>
            <pc:sldMk cId="3332645723" sldId="281"/>
            <ac:cxnSpMk id="52" creationId="{85129D91-5D57-29F5-50B3-D97CFFBF0288}"/>
          </ac:cxnSpMkLst>
        </pc:cxnChg>
        <pc:cxnChg chg="add mod">
          <ac:chgData name="Wai T" userId="803fb5f0506a6e42" providerId="LiveId" clId="{222894FC-9D97-4FAB-ABFB-08828321DD90}" dt="2024-08-05T14:33:48.031" v="20323" actId="164"/>
          <ac:cxnSpMkLst>
            <pc:docMk/>
            <pc:sldMk cId="3332645723" sldId="281"/>
            <ac:cxnSpMk id="54" creationId="{A24ABCCB-18F9-AEC1-FC51-595915943D30}"/>
          </ac:cxnSpMkLst>
        </pc:cxnChg>
        <pc:cxnChg chg="add mod">
          <ac:chgData name="Wai T" userId="803fb5f0506a6e42" providerId="LiveId" clId="{222894FC-9D97-4FAB-ABFB-08828321DD90}" dt="2024-08-05T14:33:48.031" v="20323" actId="164"/>
          <ac:cxnSpMkLst>
            <pc:docMk/>
            <pc:sldMk cId="3332645723" sldId="281"/>
            <ac:cxnSpMk id="56" creationId="{959C3091-8748-0DE8-0736-0B2F94E87EBF}"/>
          </ac:cxnSpMkLst>
        </pc:cxnChg>
        <pc:cxnChg chg="add mod">
          <ac:chgData name="Wai T" userId="803fb5f0506a6e42" providerId="LiveId" clId="{222894FC-9D97-4FAB-ABFB-08828321DD90}" dt="2024-08-05T14:33:48.031" v="20323" actId="164"/>
          <ac:cxnSpMkLst>
            <pc:docMk/>
            <pc:sldMk cId="3332645723" sldId="281"/>
            <ac:cxnSpMk id="65" creationId="{0E80DA6A-0B78-C5D3-BDC0-B5020ECDEFB2}"/>
          </ac:cxnSpMkLst>
        </pc:cxnChg>
        <pc:cxnChg chg="add mod">
          <ac:chgData name="Wai T" userId="803fb5f0506a6e42" providerId="LiveId" clId="{222894FC-9D97-4FAB-ABFB-08828321DD90}" dt="2024-08-05T14:33:48.031" v="20323" actId="164"/>
          <ac:cxnSpMkLst>
            <pc:docMk/>
            <pc:sldMk cId="3332645723" sldId="281"/>
            <ac:cxnSpMk id="67" creationId="{5BE480AA-36B6-2A0D-7641-3150B03DE9BE}"/>
          </ac:cxnSpMkLst>
        </pc:cxnChg>
        <pc:cxnChg chg="add mod">
          <ac:chgData name="Wai T" userId="803fb5f0506a6e42" providerId="LiveId" clId="{222894FC-9D97-4FAB-ABFB-08828321DD90}" dt="2024-08-05T14:33:48.031" v="20323" actId="164"/>
          <ac:cxnSpMkLst>
            <pc:docMk/>
            <pc:sldMk cId="3332645723" sldId="281"/>
            <ac:cxnSpMk id="70" creationId="{BAC50EC7-1599-89F3-79B8-D8C4EC731BD2}"/>
          </ac:cxnSpMkLst>
        </pc:cxnChg>
        <pc:cxnChg chg="add mod">
          <ac:chgData name="Wai T" userId="803fb5f0506a6e42" providerId="LiveId" clId="{222894FC-9D97-4FAB-ABFB-08828321DD90}" dt="2024-08-05T14:33:48.031" v="20323" actId="164"/>
          <ac:cxnSpMkLst>
            <pc:docMk/>
            <pc:sldMk cId="3332645723" sldId="281"/>
            <ac:cxnSpMk id="72" creationId="{CB0B763D-C5DE-4B75-9857-CA2BC809EBD0}"/>
          </ac:cxnSpMkLst>
        </pc:cxnChg>
        <pc:cxnChg chg="add mod topLvl">
          <ac:chgData name="Wai T" userId="803fb5f0506a6e42" providerId="LiveId" clId="{222894FC-9D97-4FAB-ABFB-08828321DD90}" dt="2024-08-05T15:59:04.356" v="22066" actId="164"/>
          <ac:cxnSpMkLst>
            <pc:docMk/>
            <pc:sldMk cId="3332645723" sldId="281"/>
            <ac:cxnSpMk id="75" creationId="{80DEB115-090A-EEF4-212A-6888640B2360}"/>
          </ac:cxnSpMkLst>
        </pc:cxnChg>
        <pc:cxnChg chg="add mod">
          <ac:chgData name="Wai T" userId="803fb5f0506a6e42" providerId="LiveId" clId="{222894FC-9D97-4FAB-ABFB-08828321DD90}" dt="2024-08-05T14:33:48.031" v="20323" actId="164"/>
          <ac:cxnSpMkLst>
            <pc:docMk/>
            <pc:sldMk cId="3332645723" sldId="281"/>
            <ac:cxnSpMk id="77" creationId="{CAFC73B2-ECC5-7D38-DBE8-7CD7C88D436D}"/>
          </ac:cxnSpMkLst>
        </pc:cxnChg>
        <pc:cxnChg chg="add mod topLvl">
          <ac:chgData name="Wai T" userId="803fb5f0506a6e42" providerId="LiveId" clId="{222894FC-9D97-4FAB-ABFB-08828321DD90}" dt="2024-08-05T15:59:04.356" v="22066" actId="164"/>
          <ac:cxnSpMkLst>
            <pc:docMk/>
            <pc:sldMk cId="3332645723" sldId="281"/>
            <ac:cxnSpMk id="79" creationId="{0DFCA8EF-9240-D893-B2E7-0281C3C154EC}"/>
          </ac:cxnSpMkLst>
        </pc:cxnChg>
        <pc:cxnChg chg="add mod">
          <ac:chgData name="Wai T" userId="803fb5f0506a6e42" providerId="LiveId" clId="{222894FC-9D97-4FAB-ABFB-08828321DD90}" dt="2024-08-05T14:33:48.031" v="20323" actId="164"/>
          <ac:cxnSpMkLst>
            <pc:docMk/>
            <pc:sldMk cId="3332645723" sldId="281"/>
            <ac:cxnSpMk id="89" creationId="{A5A15D43-0DDD-32A6-DA99-8AB9FB373329}"/>
          </ac:cxnSpMkLst>
        </pc:cxnChg>
        <pc:cxnChg chg="add mod">
          <ac:chgData name="Wai T" userId="803fb5f0506a6e42" providerId="LiveId" clId="{222894FC-9D97-4FAB-ABFB-08828321DD90}" dt="2024-08-05T14:36:09.156" v="20328" actId="164"/>
          <ac:cxnSpMkLst>
            <pc:docMk/>
            <pc:sldMk cId="3332645723" sldId="281"/>
            <ac:cxnSpMk id="99" creationId="{6F9B6910-26F8-DE2C-70EC-EF6A58BBD664}"/>
          </ac:cxnSpMkLst>
        </pc:cxnChg>
        <pc:cxnChg chg="add mod topLvl">
          <ac:chgData name="Wai T" userId="803fb5f0506a6e42" providerId="LiveId" clId="{222894FC-9D97-4FAB-ABFB-08828321DD90}" dt="2024-08-05T15:59:04.356" v="22066" actId="164"/>
          <ac:cxnSpMkLst>
            <pc:docMk/>
            <pc:sldMk cId="3332645723" sldId="281"/>
            <ac:cxnSpMk id="104" creationId="{4547F50C-4301-D286-FA29-3878001670F5}"/>
          </ac:cxnSpMkLst>
        </pc:cxnChg>
        <pc:cxnChg chg="add mod">
          <ac:chgData name="Wai T" userId="803fb5f0506a6e42" providerId="LiveId" clId="{222894FC-9D97-4FAB-ABFB-08828321DD90}" dt="2024-08-05T14:36:05.406" v="20327" actId="164"/>
          <ac:cxnSpMkLst>
            <pc:docMk/>
            <pc:sldMk cId="3332645723" sldId="281"/>
            <ac:cxnSpMk id="107" creationId="{3E76E785-A243-C52C-3797-BC4D20B34A22}"/>
          </ac:cxnSpMkLst>
        </pc:cxnChg>
      </pc:sldChg>
      <pc:sldChg chg="addSp delSp modSp new mod ord modAnim">
        <pc:chgData name="Wai T" userId="803fb5f0506a6e42" providerId="LiveId" clId="{222894FC-9D97-4FAB-ABFB-08828321DD90}" dt="2024-08-05T14:43:39.918" v="20355"/>
        <pc:sldMkLst>
          <pc:docMk/>
          <pc:sldMk cId="2807329350" sldId="282"/>
        </pc:sldMkLst>
        <pc:spChg chg="mod">
          <ac:chgData name="Wai T" userId="803fb5f0506a6e42" providerId="LiveId" clId="{222894FC-9D97-4FAB-ABFB-08828321DD90}" dt="2024-08-05T14:42:18.417" v="20345" actId="20577"/>
          <ac:spMkLst>
            <pc:docMk/>
            <pc:sldMk cId="2807329350" sldId="282"/>
            <ac:spMk id="2" creationId="{2F6AD17D-04EB-A849-5DFA-6D13C278EC17}"/>
          </ac:spMkLst>
        </pc:spChg>
        <pc:spChg chg="del">
          <ac:chgData name="Wai T" userId="803fb5f0506a6e42" providerId="LiveId" clId="{222894FC-9D97-4FAB-ABFB-08828321DD90}" dt="2024-08-02T12:49:13.038" v="10402" actId="478"/>
          <ac:spMkLst>
            <pc:docMk/>
            <pc:sldMk cId="2807329350" sldId="282"/>
            <ac:spMk id="3" creationId="{4FF2F4AF-64B2-DCEC-C1DB-F25AFCB542CA}"/>
          </ac:spMkLst>
        </pc:spChg>
        <pc:spChg chg="add mod">
          <ac:chgData name="Wai T" userId="803fb5f0506a6e42" providerId="LiveId" clId="{222894FC-9D97-4FAB-ABFB-08828321DD90}" dt="2024-08-05T14:38:48.774" v="20339" actId="164"/>
          <ac:spMkLst>
            <pc:docMk/>
            <pc:sldMk cId="2807329350" sldId="282"/>
            <ac:spMk id="7" creationId="{0520CB53-45AC-4414-9F71-874ED96C3826}"/>
          </ac:spMkLst>
        </pc:spChg>
        <pc:spChg chg="add mod">
          <ac:chgData name="Wai T" userId="803fb5f0506a6e42" providerId="LiveId" clId="{222894FC-9D97-4FAB-ABFB-08828321DD90}" dt="2024-08-02T12:51:16.030" v="10460" actId="20577"/>
          <ac:spMkLst>
            <pc:docMk/>
            <pc:sldMk cId="2807329350" sldId="282"/>
            <ac:spMk id="10" creationId="{9A1FE7F8-7281-0743-9690-CAD9CFCB16D8}"/>
          </ac:spMkLst>
        </pc:spChg>
        <pc:spChg chg="add mod">
          <ac:chgData name="Wai T" userId="803fb5f0506a6e42" providerId="LiveId" clId="{222894FC-9D97-4FAB-ABFB-08828321DD90}" dt="2024-08-05T14:42:51.206" v="20350" actId="164"/>
          <ac:spMkLst>
            <pc:docMk/>
            <pc:sldMk cId="2807329350" sldId="282"/>
            <ac:spMk id="11" creationId="{7CF148BC-127E-FCE6-147A-197EA5DDCDF2}"/>
          </ac:spMkLst>
        </pc:spChg>
        <pc:spChg chg="add mod topLvl">
          <ac:chgData name="Wai T" userId="803fb5f0506a6e42" providerId="LiveId" clId="{222894FC-9D97-4FAB-ABFB-08828321DD90}" dt="2024-08-05T14:39:53.296" v="20342" actId="1076"/>
          <ac:spMkLst>
            <pc:docMk/>
            <pc:sldMk cId="2807329350" sldId="282"/>
            <ac:spMk id="12" creationId="{786FA4F1-6FD6-604C-2828-A53BA21A2AF8}"/>
          </ac:spMkLst>
        </pc:spChg>
        <pc:spChg chg="add mod topLvl">
          <ac:chgData name="Wai T" userId="803fb5f0506a6e42" providerId="LiveId" clId="{222894FC-9D97-4FAB-ABFB-08828321DD90}" dt="2024-08-05T14:42:29.953" v="20347" actId="164"/>
          <ac:spMkLst>
            <pc:docMk/>
            <pc:sldMk cId="2807329350" sldId="282"/>
            <ac:spMk id="15" creationId="{17EFE00A-6257-5CE3-4D2E-41662ADC80B1}"/>
          </ac:spMkLst>
        </pc:spChg>
        <pc:grpChg chg="add del mod">
          <ac:chgData name="Wai T" userId="803fb5f0506a6e42" providerId="LiveId" clId="{222894FC-9D97-4FAB-ABFB-08828321DD90}" dt="2024-08-05T14:39:23.793" v="20340" actId="165"/>
          <ac:grpSpMkLst>
            <pc:docMk/>
            <pc:sldMk cId="2807329350" sldId="282"/>
            <ac:grpSpMk id="3" creationId="{3B916922-2CB3-5FCD-E543-D1CD3BB87C38}"/>
          </ac:grpSpMkLst>
        </pc:grpChg>
        <pc:grpChg chg="add mod">
          <ac:chgData name="Wai T" userId="803fb5f0506a6e42" providerId="LiveId" clId="{222894FC-9D97-4FAB-ABFB-08828321DD90}" dt="2024-08-05T14:38:48.774" v="20339" actId="164"/>
          <ac:grpSpMkLst>
            <pc:docMk/>
            <pc:sldMk cId="2807329350" sldId="282"/>
            <ac:grpSpMk id="16" creationId="{2A66F5D1-394C-F5D0-B2BB-A33AE2AC19E8}"/>
          </ac:grpSpMkLst>
        </pc:grpChg>
        <pc:grpChg chg="add mod">
          <ac:chgData name="Wai T" userId="803fb5f0506a6e42" providerId="LiveId" clId="{222894FC-9D97-4FAB-ABFB-08828321DD90}" dt="2024-08-05T14:42:39.547" v="20349" actId="1076"/>
          <ac:grpSpMkLst>
            <pc:docMk/>
            <pc:sldMk cId="2807329350" sldId="282"/>
            <ac:grpSpMk id="19" creationId="{31429C84-B919-D011-7A80-7A5FD9DD6AF2}"/>
          </ac:grpSpMkLst>
        </pc:grpChg>
        <pc:grpChg chg="add mod">
          <ac:chgData name="Wai T" userId="803fb5f0506a6e42" providerId="LiveId" clId="{222894FC-9D97-4FAB-ABFB-08828321DD90}" dt="2024-08-05T14:42:51.206" v="20350" actId="164"/>
          <ac:grpSpMkLst>
            <pc:docMk/>
            <pc:sldMk cId="2807329350" sldId="282"/>
            <ac:grpSpMk id="20" creationId="{BC564B07-8AE4-E7F6-F049-03F45DBCC249}"/>
          </ac:grpSpMkLst>
        </pc:grpChg>
        <pc:picChg chg="add mod">
          <ac:chgData name="Wai T" userId="803fb5f0506a6e42" providerId="LiveId" clId="{222894FC-9D97-4FAB-ABFB-08828321DD90}" dt="2024-08-02T12:54:35.287" v="10554" actId="692"/>
          <ac:picMkLst>
            <pc:docMk/>
            <pc:sldMk cId="2807329350" sldId="282"/>
            <ac:picMk id="5" creationId="{50993DCB-84A9-9338-8E7E-59FCAB9988FB}"/>
          </ac:picMkLst>
        </pc:picChg>
        <pc:inkChg chg="add mod">
          <ac:chgData name="Wai T" userId="803fb5f0506a6e42" providerId="LiveId" clId="{222894FC-9D97-4FAB-ABFB-08828321DD90}" dt="2024-08-05T14:38:48.774" v="20339" actId="164"/>
          <ac:inkMkLst>
            <pc:docMk/>
            <pc:sldMk cId="2807329350" sldId="282"/>
            <ac:inkMk id="6" creationId="{B5E50901-E6E1-A2A6-8183-62546476149B}"/>
          </ac:inkMkLst>
        </pc:inkChg>
        <pc:cxnChg chg="add mod">
          <ac:chgData name="Wai T" userId="803fb5f0506a6e42" providerId="LiveId" clId="{222894FC-9D97-4FAB-ABFB-08828321DD90}" dt="2024-08-05T14:42:51.206" v="20350" actId="164"/>
          <ac:cxnSpMkLst>
            <pc:docMk/>
            <pc:sldMk cId="2807329350" sldId="282"/>
            <ac:cxnSpMk id="8" creationId="{FFC34C86-A0C3-F5DA-49D8-084A8CFD1ABD}"/>
          </ac:cxnSpMkLst>
        </pc:cxnChg>
        <pc:cxnChg chg="add mod">
          <ac:chgData name="Wai T" userId="803fb5f0506a6e42" providerId="LiveId" clId="{222894FC-9D97-4FAB-ABFB-08828321DD90}" dt="2024-08-05T14:38:48.774" v="20339" actId="164"/>
          <ac:cxnSpMkLst>
            <pc:docMk/>
            <pc:sldMk cId="2807329350" sldId="282"/>
            <ac:cxnSpMk id="9" creationId="{0205D088-B20A-9414-9FE5-F576147915D6}"/>
          </ac:cxnSpMkLst>
        </pc:cxnChg>
        <pc:cxnChg chg="add del">
          <ac:chgData name="Wai T" userId="803fb5f0506a6e42" providerId="LiveId" clId="{222894FC-9D97-4FAB-ABFB-08828321DD90}" dt="2024-08-05T14:37:53.312" v="20335" actId="478"/>
          <ac:cxnSpMkLst>
            <pc:docMk/>
            <pc:sldMk cId="2807329350" sldId="282"/>
            <ac:cxnSpMk id="14" creationId="{DFB2436B-EBA2-55B8-A27C-0D2C1C2C0686}"/>
          </ac:cxnSpMkLst>
        </pc:cxnChg>
        <pc:cxnChg chg="add mod topLvl">
          <ac:chgData name="Wai T" userId="803fb5f0506a6e42" providerId="LiveId" clId="{222894FC-9D97-4FAB-ABFB-08828321DD90}" dt="2024-08-05T14:42:29.953" v="20347" actId="164"/>
          <ac:cxnSpMkLst>
            <pc:docMk/>
            <pc:sldMk cId="2807329350" sldId="282"/>
            <ac:cxnSpMk id="17" creationId="{67AD046C-CA48-6B78-9711-396D709CA9F9}"/>
          </ac:cxnSpMkLst>
        </pc:cxnChg>
      </pc:sldChg>
      <pc:sldChg chg="addSp delSp modSp new mod modAnim">
        <pc:chgData name="Wai T" userId="803fb5f0506a6e42" providerId="LiveId" clId="{222894FC-9D97-4FAB-ABFB-08828321DD90}" dt="2024-08-05T16:06:18.766" v="22121"/>
        <pc:sldMkLst>
          <pc:docMk/>
          <pc:sldMk cId="4092811165" sldId="283"/>
        </pc:sldMkLst>
        <pc:spChg chg="mod">
          <ac:chgData name="Wai T" userId="803fb5f0506a6e42" providerId="LiveId" clId="{222894FC-9D97-4FAB-ABFB-08828321DD90}" dt="2024-08-05T10:08:14.980" v="18332" actId="20577"/>
          <ac:spMkLst>
            <pc:docMk/>
            <pc:sldMk cId="4092811165" sldId="283"/>
            <ac:spMk id="2" creationId="{D1F23352-8EE6-3F20-F7D5-88B6E156C6DE}"/>
          </ac:spMkLst>
        </pc:spChg>
        <pc:spChg chg="del">
          <ac:chgData name="Wai T" userId="803fb5f0506a6e42" providerId="LiveId" clId="{222894FC-9D97-4FAB-ABFB-08828321DD90}" dt="2024-08-02T13:53:30.576" v="11021" actId="478"/>
          <ac:spMkLst>
            <pc:docMk/>
            <pc:sldMk cId="4092811165" sldId="283"/>
            <ac:spMk id="3" creationId="{02AB4E1B-4975-7648-3F24-B2A2846A2F4A}"/>
          </ac:spMkLst>
        </pc:spChg>
        <pc:spChg chg="add mod">
          <ac:chgData name="Wai T" userId="803fb5f0506a6e42" providerId="LiveId" clId="{222894FC-9D97-4FAB-ABFB-08828321DD90}" dt="2024-08-05T16:02:24.500" v="22106" actId="1076"/>
          <ac:spMkLst>
            <pc:docMk/>
            <pc:sldMk cId="4092811165" sldId="283"/>
            <ac:spMk id="7" creationId="{A5CF60E5-96CE-E24F-16D0-0C34A44EDD6B}"/>
          </ac:spMkLst>
        </pc:spChg>
        <pc:spChg chg="add mod">
          <ac:chgData name="Wai T" userId="803fb5f0506a6e42" providerId="LiveId" clId="{222894FC-9D97-4FAB-ABFB-08828321DD90}" dt="2024-08-05T14:46:52.402" v="20600" actId="164"/>
          <ac:spMkLst>
            <pc:docMk/>
            <pc:sldMk cId="4092811165" sldId="283"/>
            <ac:spMk id="8" creationId="{04DDBEFA-78DE-5DDE-553F-ED521DE8AC60}"/>
          </ac:spMkLst>
        </pc:spChg>
        <pc:spChg chg="add mod">
          <ac:chgData name="Wai T" userId="803fb5f0506a6e42" providerId="LiveId" clId="{222894FC-9D97-4FAB-ABFB-08828321DD90}" dt="2024-08-02T14:00:02.258" v="11412" actId="1076"/>
          <ac:spMkLst>
            <pc:docMk/>
            <pc:sldMk cId="4092811165" sldId="283"/>
            <ac:spMk id="9" creationId="{F9B66F1F-CB23-A869-0793-9122FD5DA55E}"/>
          </ac:spMkLst>
        </pc:spChg>
        <pc:spChg chg="add mod">
          <ac:chgData name="Wai T" userId="803fb5f0506a6e42" providerId="LiveId" clId="{222894FC-9D97-4FAB-ABFB-08828321DD90}" dt="2024-08-05T16:03:44.234" v="22116" actId="164"/>
          <ac:spMkLst>
            <pc:docMk/>
            <pc:sldMk cId="4092811165" sldId="283"/>
            <ac:spMk id="19" creationId="{9312B116-6726-C28D-03B8-97F1B5A45A2C}"/>
          </ac:spMkLst>
        </pc:spChg>
        <pc:spChg chg="add mod">
          <ac:chgData name="Wai T" userId="803fb5f0506a6e42" providerId="LiveId" clId="{222894FC-9D97-4FAB-ABFB-08828321DD90}" dt="2024-08-05T14:46:55.962" v="20601" actId="164"/>
          <ac:spMkLst>
            <pc:docMk/>
            <pc:sldMk cId="4092811165" sldId="283"/>
            <ac:spMk id="26" creationId="{BE653A45-62FA-7507-1BAB-26943041DA4A}"/>
          </ac:spMkLst>
        </pc:spChg>
        <pc:spChg chg="add mod">
          <ac:chgData name="Wai T" userId="803fb5f0506a6e42" providerId="LiveId" clId="{222894FC-9D97-4FAB-ABFB-08828321DD90}" dt="2024-08-05T14:47:13.735" v="20603" actId="164"/>
          <ac:spMkLst>
            <pc:docMk/>
            <pc:sldMk cId="4092811165" sldId="283"/>
            <ac:spMk id="27" creationId="{E35D0B69-1B70-610B-3101-7E62F07C2345}"/>
          </ac:spMkLst>
        </pc:spChg>
        <pc:spChg chg="add mod">
          <ac:chgData name="Wai T" userId="803fb5f0506a6e42" providerId="LiveId" clId="{222894FC-9D97-4FAB-ABFB-08828321DD90}" dt="2024-08-05T14:46:59.703" v="20602" actId="164"/>
          <ac:spMkLst>
            <pc:docMk/>
            <pc:sldMk cId="4092811165" sldId="283"/>
            <ac:spMk id="32" creationId="{F912A79D-8521-93C2-5355-D43048460715}"/>
          </ac:spMkLst>
        </pc:spChg>
        <pc:grpChg chg="add mod">
          <ac:chgData name="Wai T" userId="803fb5f0506a6e42" providerId="LiveId" clId="{222894FC-9D97-4FAB-ABFB-08828321DD90}" dt="2024-08-05T14:46:52.402" v="20600" actId="164"/>
          <ac:grpSpMkLst>
            <pc:docMk/>
            <pc:sldMk cId="4092811165" sldId="283"/>
            <ac:grpSpMk id="10" creationId="{11AA8ADA-659D-672A-9172-DB2B1AB6B832}"/>
          </ac:grpSpMkLst>
        </pc:grpChg>
        <pc:grpChg chg="add mod">
          <ac:chgData name="Wai T" userId="803fb5f0506a6e42" providerId="LiveId" clId="{222894FC-9D97-4FAB-ABFB-08828321DD90}" dt="2024-08-05T14:46:55.962" v="20601" actId="164"/>
          <ac:grpSpMkLst>
            <pc:docMk/>
            <pc:sldMk cId="4092811165" sldId="283"/>
            <ac:grpSpMk id="12" creationId="{766B16D3-8116-3AA1-26B5-C1AD84E4B1E4}"/>
          </ac:grpSpMkLst>
        </pc:grpChg>
        <pc:grpChg chg="add mod">
          <ac:chgData name="Wai T" userId="803fb5f0506a6e42" providerId="LiveId" clId="{222894FC-9D97-4FAB-ABFB-08828321DD90}" dt="2024-08-05T14:46:59.703" v="20602" actId="164"/>
          <ac:grpSpMkLst>
            <pc:docMk/>
            <pc:sldMk cId="4092811165" sldId="283"/>
            <ac:grpSpMk id="13" creationId="{2DC1157B-A647-40DB-222D-37E356E50B20}"/>
          </ac:grpSpMkLst>
        </pc:grpChg>
        <pc:grpChg chg="add mod">
          <ac:chgData name="Wai T" userId="803fb5f0506a6e42" providerId="LiveId" clId="{222894FC-9D97-4FAB-ABFB-08828321DD90}" dt="2024-08-05T16:03:32.060" v="22114" actId="1076"/>
          <ac:grpSpMkLst>
            <pc:docMk/>
            <pc:sldMk cId="4092811165" sldId="283"/>
            <ac:grpSpMk id="14" creationId="{4148E0F5-B597-9F68-A731-FD3348238177}"/>
          </ac:grpSpMkLst>
        </pc:grpChg>
        <pc:grpChg chg="add mod">
          <ac:chgData name="Wai T" userId="803fb5f0506a6e42" providerId="LiveId" clId="{222894FC-9D97-4FAB-ABFB-08828321DD90}" dt="2024-08-05T16:03:44.234" v="22116" actId="164"/>
          <ac:grpSpMkLst>
            <pc:docMk/>
            <pc:sldMk cId="4092811165" sldId="283"/>
            <ac:grpSpMk id="24" creationId="{FA1F9BC3-4E2D-33C3-42FC-079D769B7B3A}"/>
          </ac:grpSpMkLst>
        </pc:grpChg>
        <pc:graphicFrameChg chg="add mod modGraphic">
          <ac:chgData name="Wai T" userId="803fb5f0506a6e42" providerId="LiveId" clId="{222894FC-9D97-4FAB-ABFB-08828321DD90}" dt="2024-08-02T15:21:01.748" v="14712" actId="13926"/>
          <ac:graphicFrameMkLst>
            <pc:docMk/>
            <pc:sldMk cId="4092811165" sldId="283"/>
            <ac:graphicFrameMk id="4" creationId="{560A4310-795D-6C18-51BC-9BA0699AAC7C}"/>
          </ac:graphicFrameMkLst>
        </pc:graphicFrameChg>
        <pc:graphicFrameChg chg="add mod modGraphic">
          <ac:chgData name="Wai T" userId="803fb5f0506a6e42" providerId="LiveId" clId="{222894FC-9D97-4FAB-ABFB-08828321DD90}" dt="2024-08-05T14:48:52.573" v="20605" actId="13926"/>
          <ac:graphicFrameMkLst>
            <pc:docMk/>
            <pc:sldMk cId="4092811165" sldId="283"/>
            <ac:graphicFrameMk id="5" creationId="{986CE61B-59EC-73D0-8853-13E2BCDE735F}"/>
          </ac:graphicFrameMkLst>
        </pc:graphicFrameChg>
        <pc:cxnChg chg="add mod">
          <ac:chgData name="Wai T" userId="803fb5f0506a6e42" providerId="LiveId" clId="{222894FC-9D97-4FAB-ABFB-08828321DD90}" dt="2024-08-05T14:46:55.962" v="20601" actId="164"/>
          <ac:cxnSpMkLst>
            <pc:docMk/>
            <pc:sldMk cId="4092811165" sldId="283"/>
            <ac:cxnSpMk id="11" creationId="{9B87B00F-A0C8-4A74-EA52-BD1DB6C52CF8}"/>
          </ac:cxnSpMkLst>
        </pc:cxnChg>
        <pc:cxnChg chg="add mod">
          <ac:chgData name="Wai T" userId="803fb5f0506a6e42" providerId="LiveId" clId="{222894FC-9D97-4FAB-ABFB-08828321DD90}" dt="2024-08-05T14:46:52.402" v="20600" actId="164"/>
          <ac:cxnSpMkLst>
            <pc:docMk/>
            <pc:sldMk cId="4092811165" sldId="283"/>
            <ac:cxnSpMk id="15" creationId="{BF015FAB-F4C7-2ACA-25D9-6DF5C9F43820}"/>
          </ac:cxnSpMkLst>
        </pc:cxnChg>
        <pc:cxnChg chg="add mod">
          <ac:chgData name="Wai T" userId="803fb5f0506a6e42" providerId="LiveId" clId="{222894FC-9D97-4FAB-ABFB-08828321DD90}" dt="2024-08-05T14:46:52.402" v="20600" actId="164"/>
          <ac:cxnSpMkLst>
            <pc:docMk/>
            <pc:sldMk cId="4092811165" sldId="283"/>
            <ac:cxnSpMk id="16" creationId="{A3497461-716E-0A20-BBB6-7E534FC6F57B}"/>
          </ac:cxnSpMkLst>
        </pc:cxnChg>
        <pc:cxnChg chg="add mod">
          <ac:chgData name="Wai T" userId="803fb5f0506a6e42" providerId="LiveId" clId="{222894FC-9D97-4FAB-ABFB-08828321DD90}" dt="2024-08-05T14:46:52.402" v="20600" actId="164"/>
          <ac:cxnSpMkLst>
            <pc:docMk/>
            <pc:sldMk cId="4092811165" sldId="283"/>
            <ac:cxnSpMk id="18" creationId="{CD888F8C-F108-95CC-D4EB-987C104D6E8F}"/>
          </ac:cxnSpMkLst>
        </pc:cxnChg>
        <pc:cxnChg chg="add mod">
          <ac:chgData name="Wai T" userId="803fb5f0506a6e42" providerId="LiveId" clId="{222894FC-9D97-4FAB-ABFB-08828321DD90}" dt="2024-08-05T14:46:52.402" v="20600" actId="164"/>
          <ac:cxnSpMkLst>
            <pc:docMk/>
            <pc:sldMk cId="4092811165" sldId="283"/>
            <ac:cxnSpMk id="20" creationId="{ADBA5149-B247-FD1B-B7CD-86A2842F1D3C}"/>
          </ac:cxnSpMkLst>
        </pc:cxnChg>
        <pc:cxnChg chg="add mod">
          <ac:chgData name="Wai T" userId="803fb5f0506a6e42" providerId="LiveId" clId="{222894FC-9D97-4FAB-ABFB-08828321DD90}" dt="2024-08-05T16:03:44.234" v="22116" actId="164"/>
          <ac:cxnSpMkLst>
            <pc:docMk/>
            <pc:sldMk cId="4092811165" sldId="283"/>
            <ac:cxnSpMk id="22" creationId="{4797A9D7-6782-A0D1-8A00-3FC56BDE9263}"/>
          </ac:cxnSpMkLst>
        </pc:cxnChg>
        <pc:cxnChg chg="add mod">
          <ac:chgData name="Wai T" userId="803fb5f0506a6e42" providerId="LiveId" clId="{222894FC-9D97-4FAB-ABFB-08828321DD90}" dt="2024-08-05T16:03:35.860" v="22115" actId="14100"/>
          <ac:cxnSpMkLst>
            <pc:docMk/>
            <pc:sldMk cId="4092811165" sldId="283"/>
            <ac:cxnSpMk id="29" creationId="{6EF55AB6-F72D-5A23-706E-5916DB9063B9}"/>
          </ac:cxnSpMkLst>
        </pc:cxnChg>
        <pc:cxnChg chg="add mod">
          <ac:chgData name="Wai T" userId="803fb5f0506a6e42" providerId="LiveId" clId="{222894FC-9D97-4FAB-ABFB-08828321DD90}" dt="2024-08-05T14:46:59.703" v="20602" actId="164"/>
          <ac:cxnSpMkLst>
            <pc:docMk/>
            <pc:sldMk cId="4092811165" sldId="283"/>
            <ac:cxnSpMk id="34" creationId="{01FF3DD1-1440-8D9F-CEF1-24F9402BA06F}"/>
          </ac:cxnSpMkLst>
        </pc:cxnChg>
      </pc:sldChg>
      <pc:sldChg chg="modSp new mod modAnim">
        <pc:chgData name="Wai T" userId="803fb5f0506a6e42" providerId="LiveId" clId="{222894FC-9D97-4FAB-ABFB-08828321DD90}" dt="2024-08-05T14:50:30.187" v="20613"/>
        <pc:sldMkLst>
          <pc:docMk/>
          <pc:sldMk cId="1568911089" sldId="284"/>
        </pc:sldMkLst>
        <pc:spChg chg="mod">
          <ac:chgData name="Wai T" userId="803fb5f0506a6e42" providerId="LiveId" clId="{222894FC-9D97-4FAB-ABFB-08828321DD90}" dt="2024-08-05T10:10:38.631" v="18415" actId="20577"/>
          <ac:spMkLst>
            <pc:docMk/>
            <pc:sldMk cId="1568911089" sldId="284"/>
            <ac:spMk id="2" creationId="{1F0130DF-6C2F-614D-4EC8-4FAEABB3E7E9}"/>
          </ac:spMkLst>
        </pc:spChg>
        <pc:spChg chg="mod">
          <ac:chgData name="Wai T" userId="803fb5f0506a6e42" providerId="LiveId" clId="{222894FC-9D97-4FAB-ABFB-08828321DD90}" dt="2024-08-05T10:12:36.946" v="18485" actId="113"/>
          <ac:spMkLst>
            <pc:docMk/>
            <pc:sldMk cId="1568911089" sldId="284"/>
            <ac:spMk id="3" creationId="{616BAC8C-BE35-EF16-E899-1AAD0BCE0E5A}"/>
          </ac:spMkLst>
        </pc:spChg>
      </pc:sldChg>
      <pc:sldChg chg="addSp modSp new mod">
        <pc:chgData name="Wai T" userId="803fb5f0506a6e42" providerId="LiveId" clId="{222894FC-9D97-4FAB-ABFB-08828321DD90}" dt="2024-08-05T09:57:20.890" v="17960" actId="1076"/>
        <pc:sldMkLst>
          <pc:docMk/>
          <pc:sldMk cId="1555607315" sldId="285"/>
        </pc:sldMkLst>
        <pc:spChg chg="mod">
          <ac:chgData name="Wai T" userId="803fb5f0506a6e42" providerId="LiveId" clId="{222894FC-9D97-4FAB-ABFB-08828321DD90}" dt="2024-08-02T14:14:23.116" v="12192" actId="20577"/>
          <ac:spMkLst>
            <pc:docMk/>
            <pc:sldMk cId="1555607315" sldId="285"/>
            <ac:spMk id="2" creationId="{057F13BB-65F1-7E1F-15D8-A51B88A07C66}"/>
          </ac:spMkLst>
        </pc:spChg>
        <pc:spChg chg="mod">
          <ac:chgData name="Wai T" userId="803fb5f0506a6e42" providerId="LiveId" clId="{222894FC-9D97-4FAB-ABFB-08828321DD90}" dt="2024-08-05T09:57:18.380" v="17959"/>
          <ac:spMkLst>
            <pc:docMk/>
            <pc:sldMk cId="1555607315" sldId="285"/>
            <ac:spMk id="5" creationId="{6E627196-B707-0B3E-EDB7-CD6B485FD990}"/>
          </ac:spMkLst>
        </pc:spChg>
        <pc:spChg chg="mod">
          <ac:chgData name="Wai T" userId="803fb5f0506a6e42" providerId="LiveId" clId="{222894FC-9D97-4FAB-ABFB-08828321DD90}" dt="2024-08-05T09:57:18.380" v="17959"/>
          <ac:spMkLst>
            <pc:docMk/>
            <pc:sldMk cId="1555607315" sldId="285"/>
            <ac:spMk id="6" creationId="{14D13823-89F9-8A2F-278E-A453D3C1DE4F}"/>
          </ac:spMkLst>
        </pc:spChg>
        <pc:spChg chg="mod">
          <ac:chgData name="Wai T" userId="803fb5f0506a6e42" providerId="LiveId" clId="{222894FC-9D97-4FAB-ABFB-08828321DD90}" dt="2024-08-05T09:57:18.380" v="17959"/>
          <ac:spMkLst>
            <pc:docMk/>
            <pc:sldMk cId="1555607315" sldId="285"/>
            <ac:spMk id="7" creationId="{4128E14A-7CEA-8490-88BF-277B2BE57394}"/>
          </ac:spMkLst>
        </pc:spChg>
        <pc:spChg chg="mod">
          <ac:chgData name="Wai T" userId="803fb5f0506a6e42" providerId="LiveId" clId="{222894FC-9D97-4FAB-ABFB-08828321DD90}" dt="2024-08-05T09:57:18.380" v="17959"/>
          <ac:spMkLst>
            <pc:docMk/>
            <pc:sldMk cId="1555607315" sldId="285"/>
            <ac:spMk id="8" creationId="{D001A839-E32E-B39C-94AD-27CF02AC046C}"/>
          </ac:spMkLst>
        </pc:spChg>
        <pc:spChg chg="mod">
          <ac:chgData name="Wai T" userId="803fb5f0506a6e42" providerId="LiveId" clId="{222894FC-9D97-4FAB-ABFB-08828321DD90}" dt="2024-08-05T09:57:18.380" v="17959"/>
          <ac:spMkLst>
            <pc:docMk/>
            <pc:sldMk cId="1555607315" sldId="285"/>
            <ac:spMk id="9" creationId="{48DD50ED-C6FB-8600-A30D-1CA2BCB02E10}"/>
          </ac:spMkLst>
        </pc:spChg>
        <pc:spChg chg="mod">
          <ac:chgData name="Wai T" userId="803fb5f0506a6e42" providerId="LiveId" clId="{222894FC-9D97-4FAB-ABFB-08828321DD90}" dt="2024-08-05T09:57:18.380" v="17959"/>
          <ac:spMkLst>
            <pc:docMk/>
            <pc:sldMk cId="1555607315" sldId="285"/>
            <ac:spMk id="10" creationId="{C0C6BC2F-FB8A-91E9-D935-823CAD5AB3CC}"/>
          </ac:spMkLst>
        </pc:spChg>
        <pc:grpChg chg="add mod">
          <ac:chgData name="Wai T" userId="803fb5f0506a6e42" providerId="LiveId" clId="{222894FC-9D97-4FAB-ABFB-08828321DD90}" dt="2024-08-05T09:57:20.890" v="17960" actId="1076"/>
          <ac:grpSpMkLst>
            <pc:docMk/>
            <pc:sldMk cId="1555607315" sldId="285"/>
            <ac:grpSpMk id="4" creationId="{ECF01052-67DD-9692-DA96-593BFC0FDEE3}"/>
          </ac:grpSpMkLst>
        </pc:grpChg>
      </pc:sldChg>
      <pc:sldChg chg="addSp delSp modSp new mod">
        <pc:chgData name="Wai T" userId="803fb5f0506a6e42" providerId="LiveId" clId="{222894FC-9D97-4FAB-ABFB-08828321DD90}" dt="2024-08-05T14:53:59.356" v="20643" actId="14100"/>
        <pc:sldMkLst>
          <pc:docMk/>
          <pc:sldMk cId="2176807914" sldId="286"/>
        </pc:sldMkLst>
        <pc:spChg chg="mod">
          <ac:chgData name="Wai T" userId="803fb5f0506a6e42" providerId="LiveId" clId="{222894FC-9D97-4FAB-ABFB-08828321DD90}" dt="2024-08-02T14:17:53.210" v="12515" actId="20577"/>
          <ac:spMkLst>
            <pc:docMk/>
            <pc:sldMk cId="2176807914" sldId="286"/>
            <ac:spMk id="2" creationId="{41E8F21C-01DA-9C2D-128E-4872804693B4}"/>
          </ac:spMkLst>
        </pc:spChg>
        <pc:spChg chg="mod">
          <ac:chgData name="Wai T" userId="803fb5f0506a6e42" providerId="LiveId" clId="{222894FC-9D97-4FAB-ABFB-08828321DD90}" dt="2024-08-05T14:53:59.356" v="20643" actId="14100"/>
          <ac:spMkLst>
            <pc:docMk/>
            <pc:sldMk cId="2176807914" sldId="286"/>
            <ac:spMk id="3" creationId="{FDDFE4F1-790D-1BF3-2181-5EF179ABDBFC}"/>
          </ac:spMkLst>
        </pc:spChg>
        <pc:spChg chg="add del mod">
          <ac:chgData name="Wai T" userId="803fb5f0506a6e42" providerId="LiveId" clId="{222894FC-9D97-4FAB-ABFB-08828321DD90}" dt="2024-08-05T10:16:28.619" v="18574" actId="478"/>
          <ac:spMkLst>
            <pc:docMk/>
            <pc:sldMk cId="2176807914" sldId="286"/>
            <ac:spMk id="4" creationId="{77FD569A-D31B-1809-DA9F-FCC0A71D58D4}"/>
          </ac:spMkLst>
        </pc:spChg>
        <pc:spChg chg="add del mod">
          <ac:chgData name="Wai T" userId="803fb5f0506a6e42" providerId="LiveId" clId="{222894FC-9D97-4FAB-ABFB-08828321DD90}" dt="2024-08-05T10:16:40.868" v="18577" actId="478"/>
          <ac:spMkLst>
            <pc:docMk/>
            <pc:sldMk cId="2176807914" sldId="286"/>
            <ac:spMk id="5" creationId="{2B528229-4FC4-0CE8-1E89-F7C6D8CAFFBE}"/>
          </ac:spMkLst>
        </pc:spChg>
      </pc:sldChg>
      <pc:sldChg chg="modSp new mod">
        <pc:chgData name="Wai T" userId="803fb5f0506a6e42" providerId="LiveId" clId="{222894FC-9D97-4FAB-ABFB-08828321DD90}" dt="2024-08-05T10:14:22.127" v="18542" actId="20577"/>
        <pc:sldMkLst>
          <pc:docMk/>
          <pc:sldMk cId="2852509579" sldId="287"/>
        </pc:sldMkLst>
        <pc:spChg chg="mod">
          <ac:chgData name="Wai T" userId="803fb5f0506a6e42" providerId="LiveId" clId="{222894FC-9D97-4FAB-ABFB-08828321DD90}" dt="2024-08-02T14:16:08.417" v="12271" actId="20577"/>
          <ac:spMkLst>
            <pc:docMk/>
            <pc:sldMk cId="2852509579" sldId="287"/>
            <ac:spMk id="2" creationId="{62E20205-4726-FD88-37C6-A82D6AC9ABF4}"/>
          </ac:spMkLst>
        </pc:spChg>
        <pc:spChg chg="mod">
          <ac:chgData name="Wai T" userId="803fb5f0506a6e42" providerId="LiveId" clId="{222894FC-9D97-4FAB-ABFB-08828321DD90}" dt="2024-08-05T10:14:22.127" v="18542" actId="20577"/>
          <ac:spMkLst>
            <pc:docMk/>
            <pc:sldMk cId="2852509579" sldId="287"/>
            <ac:spMk id="3" creationId="{7D36E70E-78B6-3D5E-3BAD-0F4A441A2B49}"/>
          </ac:spMkLst>
        </pc:spChg>
      </pc:sldChg>
      <pc:sldChg chg="modSp add mod modAnim">
        <pc:chgData name="Wai T" userId="803fb5f0506a6e42" providerId="LiveId" clId="{222894FC-9D97-4FAB-ABFB-08828321DD90}" dt="2024-08-05T15:04:53.666" v="21214"/>
        <pc:sldMkLst>
          <pc:docMk/>
          <pc:sldMk cId="571869154" sldId="288"/>
        </pc:sldMkLst>
        <pc:spChg chg="mod">
          <ac:chgData name="Wai T" userId="803fb5f0506a6e42" providerId="LiveId" clId="{222894FC-9D97-4FAB-ABFB-08828321DD90}" dt="2024-08-02T15:06:18.516" v="13760" actId="20577"/>
          <ac:spMkLst>
            <pc:docMk/>
            <pc:sldMk cId="571869154" sldId="288"/>
            <ac:spMk id="2" creationId="{41E8F21C-01DA-9C2D-128E-4872804693B4}"/>
          </ac:spMkLst>
        </pc:spChg>
        <pc:spChg chg="mod">
          <ac:chgData name="Wai T" userId="803fb5f0506a6e42" providerId="LiveId" clId="{222894FC-9D97-4FAB-ABFB-08828321DD90}" dt="2024-08-02T15:07:05.507" v="13865" actId="14100"/>
          <ac:spMkLst>
            <pc:docMk/>
            <pc:sldMk cId="571869154" sldId="288"/>
            <ac:spMk id="3" creationId="{FDDFE4F1-790D-1BF3-2181-5EF179ABDBFC}"/>
          </ac:spMkLst>
        </pc:spChg>
        <pc:spChg chg="mod">
          <ac:chgData name="Wai T" userId="803fb5f0506a6e42" providerId="LiveId" clId="{222894FC-9D97-4FAB-ABFB-08828321DD90}" dt="2024-08-05T14:57:02.922" v="20667" actId="20577"/>
          <ac:spMkLst>
            <pc:docMk/>
            <pc:sldMk cId="571869154" sldId="288"/>
            <ac:spMk id="4" creationId="{77FD569A-D31B-1809-DA9F-FCC0A71D58D4}"/>
          </ac:spMkLst>
        </pc:spChg>
        <pc:spChg chg="mod">
          <ac:chgData name="Wai T" userId="803fb5f0506a6e42" providerId="LiveId" clId="{222894FC-9D97-4FAB-ABFB-08828321DD90}" dt="2024-08-02T15:10:27.294" v="14218" actId="20577"/>
          <ac:spMkLst>
            <pc:docMk/>
            <pc:sldMk cId="571869154" sldId="288"/>
            <ac:spMk id="5" creationId="{2B528229-4FC4-0CE8-1E89-F7C6D8CAFFBE}"/>
          </ac:spMkLst>
        </pc:spChg>
      </pc:sldChg>
      <pc:sldChg chg="modSp add mod modAnim">
        <pc:chgData name="Wai T" userId="803fb5f0506a6e42" providerId="LiveId" clId="{222894FC-9D97-4FAB-ABFB-08828321DD90}" dt="2024-08-05T15:05:02.787" v="21216"/>
        <pc:sldMkLst>
          <pc:docMk/>
          <pc:sldMk cId="991872107" sldId="289"/>
        </pc:sldMkLst>
        <pc:spChg chg="mod">
          <ac:chgData name="Wai T" userId="803fb5f0506a6e42" providerId="LiveId" clId="{222894FC-9D97-4FAB-ABFB-08828321DD90}" dt="2024-08-02T15:13:00.626" v="14231" actId="20577"/>
          <ac:spMkLst>
            <pc:docMk/>
            <pc:sldMk cId="991872107" sldId="289"/>
            <ac:spMk id="2" creationId="{41E8F21C-01DA-9C2D-128E-4872804693B4}"/>
          </ac:spMkLst>
        </pc:spChg>
        <pc:spChg chg="mod">
          <ac:chgData name="Wai T" userId="803fb5f0506a6e42" providerId="LiveId" clId="{222894FC-9D97-4FAB-ABFB-08828321DD90}" dt="2024-08-02T15:14:00.838" v="14345" actId="20577"/>
          <ac:spMkLst>
            <pc:docMk/>
            <pc:sldMk cId="991872107" sldId="289"/>
            <ac:spMk id="3" creationId="{FDDFE4F1-790D-1BF3-2181-5EF179ABDBFC}"/>
          </ac:spMkLst>
        </pc:spChg>
        <pc:spChg chg="mod">
          <ac:chgData name="Wai T" userId="803fb5f0506a6e42" providerId="LiveId" clId="{222894FC-9D97-4FAB-ABFB-08828321DD90}" dt="2024-08-02T15:15:55.335" v="14539" actId="20577"/>
          <ac:spMkLst>
            <pc:docMk/>
            <pc:sldMk cId="991872107" sldId="289"/>
            <ac:spMk id="4" creationId="{77FD569A-D31B-1809-DA9F-FCC0A71D58D4}"/>
          </ac:spMkLst>
        </pc:spChg>
        <pc:spChg chg="mod">
          <ac:chgData name="Wai T" userId="803fb5f0506a6e42" providerId="LiveId" clId="{222894FC-9D97-4FAB-ABFB-08828321DD90}" dt="2024-08-05T10:43:14.861" v="18883" actId="20577"/>
          <ac:spMkLst>
            <pc:docMk/>
            <pc:sldMk cId="991872107" sldId="289"/>
            <ac:spMk id="5" creationId="{2B528229-4FC4-0CE8-1E89-F7C6D8CAFFBE}"/>
          </ac:spMkLst>
        </pc:spChg>
      </pc:sldChg>
      <pc:sldChg chg="modSp new mod">
        <pc:chgData name="Wai T" userId="803fb5f0506a6e42" providerId="LiveId" clId="{222894FC-9D97-4FAB-ABFB-08828321DD90}" dt="2024-08-05T15:03:50.614" v="21212" actId="20577"/>
        <pc:sldMkLst>
          <pc:docMk/>
          <pc:sldMk cId="186243096" sldId="290"/>
        </pc:sldMkLst>
        <pc:spChg chg="mod">
          <ac:chgData name="Wai T" userId="803fb5f0506a6e42" providerId="LiveId" clId="{222894FC-9D97-4FAB-ABFB-08828321DD90}" dt="2024-08-05T15:00:04.039" v="20854" actId="20577"/>
          <ac:spMkLst>
            <pc:docMk/>
            <pc:sldMk cId="186243096" sldId="290"/>
            <ac:spMk id="2" creationId="{93A2CB23-E0DA-AD52-6A3B-76D11856EAF9}"/>
          </ac:spMkLst>
        </pc:spChg>
        <pc:spChg chg="mod">
          <ac:chgData name="Wai T" userId="803fb5f0506a6e42" providerId="LiveId" clId="{222894FC-9D97-4FAB-ABFB-08828321DD90}" dt="2024-08-05T15:03:50.614" v="21212" actId="20577"/>
          <ac:spMkLst>
            <pc:docMk/>
            <pc:sldMk cId="186243096" sldId="290"/>
            <ac:spMk id="3" creationId="{0B1F69A7-0F89-ECFA-07D2-0F2FE7B71798}"/>
          </ac:spMkLst>
        </pc:spChg>
      </pc:sldChg>
      <pc:sldChg chg="modSp new mod modAnim">
        <pc:chgData name="Wai T" userId="803fb5f0506a6e42" providerId="LiveId" clId="{222894FC-9D97-4FAB-ABFB-08828321DD90}" dt="2024-08-05T13:32:35.782" v="19184"/>
        <pc:sldMkLst>
          <pc:docMk/>
          <pc:sldMk cId="1032370933" sldId="291"/>
        </pc:sldMkLst>
        <pc:spChg chg="mod">
          <ac:chgData name="Wai T" userId="803fb5f0506a6e42" providerId="LiveId" clId="{222894FC-9D97-4FAB-ABFB-08828321DD90}" dt="2024-08-05T08:39:12.240" v="16251" actId="20577"/>
          <ac:spMkLst>
            <pc:docMk/>
            <pc:sldMk cId="1032370933" sldId="291"/>
            <ac:spMk id="2" creationId="{F7AF8EA9-B432-4687-3BAB-946034C5C26E}"/>
          </ac:spMkLst>
        </pc:spChg>
        <pc:spChg chg="mod">
          <ac:chgData name="Wai T" userId="803fb5f0506a6e42" providerId="LiveId" clId="{222894FC-9D97-4FAB-ABFB-08828321DD90}" dt="2024-08-05T08:46:57.034" v="16849" actId="20577"/>
          <ac:spMkLst>
            <pc:docMk/>
            <pc:sldMk cId="1032370933" sldId="291"/>
            <ac:spMk id="3" creationId="{4452533B-7C11-3FF1-E477-5BA8608910B1}"/>
          </ac:spMkLst>
        </pc:spChg>
      </pc:sldChg>
      <pc:sldChg chg="new del">
        <pc:chgData name="Wai T" userId="803fb5f0506a6e42" providerId="LiveId" clId="{222894FC-9D97-4FAB-ABFB-08828321DD90}" dt="2024-08-05T08:38:51.538" v="16242" actId="47"/>
        <pc:sldMkLst>
          <pc:docMk/>
          <pc:sldMk cId="3673471804" sldId="291"/>
        </pc:sldMkLst>
      </pc:sldChg>
      <pc:sldChg chg="addSp modSp new mod modAnim">
        <pc:chgData name="Wai T" userId="803fb5f0506a6e42" providerId="LiveId" clId="{222894FC-9D97-4FAB-ABFB-08828321DD90}" dt="2024-08-05T13:34:40.341" v="19225" actId="20577"/>
        <pc:sldMkLst>
          <pc:docMk/>
          <pc:sldMk cId="1812004000" sldId="292"/>
        </pc:sldMkLst>
        <pc:spChg chg="mod">
          <ac:chgData name="Wai T" userId="803fb5f0506a6e42" providerId="LiveId" clId="{222894FC-9D97-4FAB-ABFB-08828321DD90}" dt="2024-08-05T09:08:32.154" v="17350" actId="20577"/>
          <ac:spMkLst>
            <pc:docMk/>
            <pc:sldMk cId="1812004000" sldId="292"/>
            <ac:spMk id="2" creationId="{DE5EF354-08A9-6A59-D86C-EA91C7413897}"/>
          </ac:spMkLst>
        </pc:spChg>
        <pc:spChg chg="mod ord">
          <ac:chgData name="Wai T" userId="803fb5f0506a6e42" providerId="LiveId" clId="{222894FC-9D97-4FAB-ABFB-08828321DD90}" dt="2024-08-05T13:34:40.341" v="19225" actId="20577"/>
          <ac:spMkLst>
            <pc:docMk/>
            <pc:sldMk cId="1812004000" sldId="292"/>
            <ac:spMk id="3" creationId="{692FE792-41AA-947A-31BB-0504E08E57F6}"/>
          </ac:spMkLst>
        </pc:spChg>
        <pc:spChg chg="add mod">
          <ac:chgData name="Wai T" userId="803fb5f0506a6e42" providerId="LiveId" clId="{222894FC-9D97-4FAB-ABFB-08828321DD90}" dt="2024-08-05T09:10:01.462" v="17355" actId="164"/>
          <ac:spMkLst>
            <pc:docMk/>
            <pc:sldMk cId="1812004000" sldId="292"/>
            <ac:spMk id="4" creationId="{AA14DE20-C75D-1C5E-1DBC-631EF8A53968}"/>
          </ac:spMkLst>
        </pc:spChg>
        <pc:spChg chg="mod">
          <ac:chgData name="Wai T" userId="803fb5f0506a6e42" providerId="LiveId" clId="{222894FC-9D97-4FAB-ABFB-08828321DD90}" dt="2024-08-05T09:08:47.262" v="17351"/>
          <ac:spMkLst>
            <pc:docMk/>
            <pc:sldMk cId="1812004000" sldId="292"/>
            <ac:spMk id="6" creationId="{FDC8481D-FC9F-94D6-8F18-FA4CE49F4B4A}"/>
          </ac:spMkLst>
        </pc:spChg>
        <pc:spChg chg="mod">
          <ac:chgData name="Wai T" userId="803fb5f0506a6e42" providerId="LiveId" clId="{222894FC-9D97-4FAB-ABFB-08828321DD90}" dt="2024-08-05T09:08:47.262" v="17351"/>
          <ac:spMkLst>
            <pc:docMk/>
            <pc:sldMk cId="1812004000" sldId="292"/>
            <ac:spMk id="9" creationId="{CBE7B368-22CD-E145-2045-6151097FCA39}"/>
          </ac:spMkLst>
        </pc:spChg>
        <pc:spChg chg="mod">
          <ac:chgData name="Wai T" userId="803fb5f0506a6e42" providerId="LiveId" clId="{222894FC-9D97-4FAB-ABFB-08828321DD90}" dt="2024-08-05T09:08:47.262" v="17351"/>
          <ac:spMkLst>
            <pc:docMk/>
            <pc:sldMk cId="1812004000" sldId="292"/>
            <ac:spMk id="12" creationId="{D1AB82B3-8B17-DA4F-2F46-FFF03476FE03}"/>
          </ac:spMkLst>
        </pc:spChg>
        <pc:spChg chg="add mod">
          <ac:chgData name="Wai T" userId="803fb5f0506a6e42" providerId="LiveId" clId="{222894FC-9D97-4FAB-ABFB-08828321DD90}" dt="2024-08-05T09:10:18.138" v="17358" actId="164"/>
          <ac:spMkLst>
            <pc:docMk/>
            <pc:sldMk cId="1812004000" sldId="292"/>
            <ac:spMk id="14" creationId="{BB74AEC3-B6A6-F94C-6510-F80E6524E8F0}"/>
          </ac:spMkLst>
        </pc:spChg>
        <pc:spChg chg="mod">
          <ac:chgData name="Wai T" userId="803fb5f0506a6e42" providerId="LiveId" clId="{222894FC-9D97-4FAB-ABFB-08828321DD90}" dt="2024-08-05T09:08:56.950" v="17352"/>
          <ac:spMkLst>
            <pc:docMk/>
            <pc:sldMk cId="1812004000" sldId="292"/>
            <ac:spMk id="16" creationId="{98DD22AC-B0FC-B6B9-4114-E057AD812C79}"/>
          </ac:spMkLst>
        </pc:spChg>
        <pc:spChg chg="mod">
          <ac:chgData name="Wai T" userId="803fb5f0506a6e42" providerId="LiveId" clId="{222894FC-9D97-4FAB-ABFB-08828321DD90}" dt="2024-08-05T09:08:56.950" v="17352"/>
          <ac:spMkLst>
            <pc:docMk/>
            <pc:sldMk cId="1812004000" sldId="292"/>
            <ac:spMk id="19" creationId="{22BF414D-243F-EA5C-0FCE-D6338688352C}"/>
          </ac:spMkLst>
        </pc:spChg>
        <pc:spChg chg="add mod">
          <ac:chgData name="Wai T" userId="803fb5f0506a6e42" providerId="LiveId" clId="{222894FC-9D97-4FAB-ABFB-08828321DD90}" dt="2024-08-05T09:10:18.138" v="17358" actId="164"/>
          <ac:spMkLst>
            <pc:docMk/>
            <pc:sldMk cId="1812004000" sldId="292"/>
            <ac:spMk id="21" creationId="{ACE498A5-A19E-D305-00B2-CBDC5648631A}"/>
          </ac:spMkLst>
        </pc:spChg>
        <pc:spChg chg="add mod">
          <ac:chgData name="Wai T" userId="803fb5f0506a6e42" providerId="LiveId" clId="{222894FC-9D97-4FAB-ABFB-08828321DD90}" dt="2024-08-05T09:10:18.138" v="17358" actId="164"/>
          <ac:spMkLst>
            <pc:docMk/>
            <pc:sldMk cId="1812004000" sldId="292"/>
            <ac:spMk id="22" creationId="{B9557E5C-A3F0-5D08-509B-9DD134A6BE6D}"/>
          </ac:spMkLst>
        </pc:spChg>
        <pc:spChg chg="add mod">
          <ac:chgData name="Wai T" userId="803fb5f0506a6e42" providerId="LiveId" clId="{222894FC-9D97-4FAB-ABFB-08828321DD90}" dt="2024-08-05T09:10:46.761" v="17360" actId="164"/>
          <ac:spMkLst>
            <pc:docMk/>
            <pc:sldMk cId="1812004000" sldId="292"/>
            <ac:spMk id="25" creationId="{ACEC9733-440F-C966-1E56-BC7FAFD2E8BB}"/>
          </ac:spMkLst>
        </pc:spChg>
        <pc:spChg chg="add mod">
          <ac:chgData name="Wai T" userId="803fb5f0506a6e42" providerId="LiveId" clId="{222894FC-9D97-4FAB-ABFB-08828321DD90}" dt="2024-08-05T09:10:46.761" v="17360" actId="164"/>
          <ac:spMkLst>
            <pc:docMk/>
            <pc:sldMk cId="1812004000" sldId="292"/>
            <ac:spMk id="26" creationId="{C8282423-B5BE-769E-BF94-7916FD9F3515}"/>
          </ac:spMkLst>
        </pc:spChg>
        <pc:spChg chg="add mod">
          <ac:chgData name="Wai T" userId="803fb5f0506a6e42" providerId="LiveId" clId="{222894FC-9D97-4FAB-ABFB-08828321DD90}" dt="2024-08-05T09:10:46.761" v="17360" actId="164"/>
          <ac:spMkLst>
            <pc:docMk/>
            <pc:sldMk cId="1812004000" sldId="292"/>
            <ac:spMk id="27" creationId="{AD12048F-61B7-5BC5-F2EB-8EF35AA8B058}"/>
          </ac:spMkLst>
        </pc:spChg>
        <pc:spChg chg="add mod">
          <ac:chgData name="Wai T" userId="803fb5f0506a6e42" providerId="LiveId" clId="{222894FC-9D97-4FAB-ABFB-08828321DD90}" dt="2024-08-05T09:10:46.761" v="17360" actId="164"/>
          <ac:spMkLst>
            <pc:docMk/>
            <pc:sldMk cId="1812004000" sldId="292"/>
            <ac:spMk id="28" creationId="{1FAAD440-1AC5-06A1-1D9A-97F73790DB6A}"/>
          </ac:spMkLst>
        </pc:spChg>
        <pc:spChg chg="add mod">
          <ac:chgData name="Wai T" userId="803fb5f0506a6e42" providerId="LiveId" clId="{222894FC-9D97-4FAB-ABFB-08828321DD90}" dt="2024-08-05T09:10:46.761" v="17360" actId="164"/>
          <ac:spMkLst>
            <pc:docMk/>
            <pc:sldMk cId="1812004000" sldId="292"/>
            <ac:spMk id="29" creationId="{68AF4FED-091F-3789-29A2-E84D40B08CDF}"/>
          </ac:spMkLst>
        </pc:spChg>
        <pc:spChg chg="add mod">
          <ac:chgData name="Wai T" userId="803fb5f0506a6e42" providerId="LiveId" clId="{222894FC-9D97-4FAB-ABFB-08828321DD90}" dt="2024-08-05T09:10:46.761" v="17360" actId="164"/>
          <ac:spMkLst>
            <pc:docMk/>
            <pc:sldMk cId="1812004000" sldId="292"/>
            <ac:spMk id="30" creationId="{68869F9F-1DC9-C4A2-0BB6-973821CB9819}"/>
          </ac:spMkLst>
        </pc:spChg>
        <pc:grpChg chg="add mod">
          <ac:chgData name="Wai T" userId="803fb5f0506a6e42" providerId="LiveId" clId="{222894FC-9D97-4FAB-ABFB-08828321DD90}" dt="2024-08-05T09:10:01.462" v="17355" actId="164"/>
          <ac:grpSpMkLst>
            <pc:docMk/>
            <pc:sldMk cId="1812004000" sldId="292"/>
            <ac:grpSpMk id="5" creationId="{211C73B7-7FEC-0BCF-BA5D-6765FCF39C42}"/>
          </ac:grpSpMkLst>
        </pc:grpChg>
        <pc:grpChg chg="add mod">
          <ac:chgData name="Wai T" userId="803fb5f0506a6e42" providerId="LiveId" clId="{222894FC-9D97-4FAB-ABFB-08828321DD90}" dt="2024-08-05T09:10:01.462" v="17355" actId="164"/>
          <ac:grpSpMkLst>
            <pc:docMk/>
            <pc:sldMk cId="1812004000" sldId="292"/>
            <ac:grpSpMk id="8" creationId="{F2E0D1A5-018A-1917-C430-B1BFEE722F97}"/>
          </ac:grpSpMkLst>
        </pc:grpChg>
        <pc:grpChg chg="add mod">
          <ac:chgData name="Wai T" userId="803fb5f0506a6e42" providerId="LiveId" clId="{222894FC-9D97-4FAB-ABFB-08828321DD90}" dt="2024-08-05T09:10:01.462" v="17355" actId="164"/>
          <ac:grpSpMkLst>
            <pc:docMk/>
            <pc:sldMk cId="1812004000" sldId="292"/>
            <ac:grpSpMk id="11" creationId="{152972DC-7AA4-B6DF-9AFA-4649EB3682CD}"/>
          </ac:grpSpMkLst>
        </pc:grpChg>
        <pc:grpChg chg="add mod">
          <ac:chgData name="Wai T" userId="803fb5f0506a6e42" providerId="LiveId" clId="{222894FC-9D97-4FAB-ABFB-08828321DD90}" dt="2024-08-05T09:10:18.138" v="17358" actId="164"/>
          <ac:grpSpMkLst>
            <pc:docMk/>
            <pc:sldMk cId="1812004000" sldId="292"/>
            <ac:grpSpMk id="15" creationId="{FBAB0F74-8FC4-F868-07CB-83F585DE4577}"/>
          </ac:grpSpMkLst>
        </pc:grpChg>
        <pc:grpChg chg="add mod">
          <ac:chgData name="Wai T" userId="803fb5f0506a6e42" providerId="LiveId" clId="{222894FC-9D97-4FAB-ABFB-08828321DD90}" dt="2024-08-05T09:10:18.138" v="17358" actId="164"/>
          <ac:grpSpMkLst>
            <pc:docMk/>
            <pc:sldMk cId="1812004000" sldId="292"/>
            <ac:grpSpMk id="18" creationId="{D324679D-7689-8695-546B-26A3F00A6C17}"/>
          </ac:grpSpMkLst>
        </pc:grpChg>
        <pc:grpChg chg="add mod">
          <ac:chgData name="Wai T" userId="803fb5f0506a6e42" providerId="LiveId" clId="{222894FC-9D97-4FAB-ABFB-08828321DD90}" dt="2024-08-05T09:11:10.346" v="17362" actId="1076"/>
          <ac:grpSpMkLst>
            <pc:docMk/>
            <pc:sldMk cId="1812004000" sldId="292"/>
            <ac:grpSpMk id="31" creationId="{39D65C59-121A-235F-9843-08CC03B5AA13}"/>
          </ac:grpSpMkLst>
        </pc:grpChg>
        <pc:grpChg chg="add mod">
          <ac:chgData name="Wai T" userId="803fb5f0506a6e42" providerId="LiveId" clId="{222894FC-9D97-4FAB-ABFB-08828321DD90}" dt="2024-08-05T09:10:23.963" v="17359" actId="1076"/>
          <ac:grpSpMkLst>
            <pc:docMk/>
            <pc:sldMk cId="1812004000" sldId="292"/>
            <ac:grpSpMk id="32" creationId="{AB838D11-645B-3371-8329-4E098CEC9720}"/>
          </ac:grpSpMkLst>
        </pc:grpChg>
        <pc:grpChg chg="add mod">
          <ac:chgData name="Wai T" userId="803fb5f0506a6e42" providerId="LiveId" clId="{222894FC-9D97-4FAB-ABFB-08828321DD90}" dt="2024-08-05T09:10:54.631" v="17361" actId="1076"/>
          <ac:grpSpMkLst>
            <pc:docMk/>
            <pc:sldMk cId="1812004000" sldId="292"/>
            <ac:grpSpMk id="33" creationId="{54AE74E7-964C-7A1F-1AE3-593B13717A06}"/>
          </ac:grpSpMkLst>
        </pc:grpChg>
        <pc:cxnChg chg="mod">
          <ac:chgData name="Wai T" userId="803fb5f0506a6e42" providerId="LiveId" clId="{222894FC-9D97-4FAB-ABFB-08828321DD90}" dt="2024-08-05T09:08:47.262" v="17351"/>
          <ac:cxnSpMkLst>
            <pc:docMk/>
            <pc:sldMk cId="1812004000" sldId="292"/>
            <ac:cxnSpMk id="7" creationId="{6B82713D-19E6-D7DD-827D-098ADF44896A}"/>
          </ac:cxnSpMkLst>
        </pc:cxnChg>
        <pc:cxnChg chg="mod">
          <ac:chgData name="Wai T" userId="803fb5f0506a6e42" providerId="LiveId" clId="{222894FC-9D97-4FAB-ABFB-08828321DD90}" dt="2024-08-05T09:08:47.262" v="17351"/>
          <ac:cxnSpMkLst>
            <pc:docMk/>
            <pc:sldMk cId="1812004000" sldId="292"/>
            <ac:cxnSpMk id="10" creationId="{86E79732-8A30-DC7F-55B3-265FFCBB63DE}"/>
          </ac:cxnSpMkLst>
        </pc:cxnChg>
        <pc:cxnChg chg="mod">
          <ac:chgData name="Wai T" userId="803fb5f0506a6e42" providerId="LiveId" clId="{222894FC-9D97-4FAB-ABFB-08828321DD90}" dt="2024-08-05T09:08:47.262" v="17351"/>
          <ac:cxnSpMkLst>
            <pc:docMk/>
            <pc:sldMk cId="1812004000" sldId="292"/>
            <ac:cxnSpMk id="13" creationId="{D25FC728-AB15-2D20-2049-CC91893C8603}"/>
          </ac:cxnSpMkLst>
        </pc:cxnChg>
        <pc:cxnChg chg="mod">
          <ac:chgData name="Wai T" userId="803fb5f0506a6e42" providerId="LiveId" clId="{222894FC-9D97-4FAB-ABFB-08828321DD90}" dt="2024-08-05T09:08:56.950" v="17352"/>
          <ac:cxnSpMkLst>
            <pc:docMk/>
            <pc:sldMk cId="1812004000" sldId="292"/>
            <ac:cxnSpMk id="17" creationId="{AECECE02-AD5F-5D1C-F86F-46D424F1EF39}"/>
          </ac:cxnSpMkLst>
        </pc:cxnChg>
        <pc:cxnChg chg="mod">
          <ac:chgData name="Wai T" userId="803fb5f0506a6e42" providerId="LiveId" clId="{222894FC-9D97-4FAB-ABFB-08828321DD90}" dt="2024-08-05T09:08:56.950" v="17352"/>
          <ac:cxnSpMkLst>
            <pc:docMk/>
            <pc:sldMk cId="1812004000" sldId="292"/>
            <ac:cxnSpMk id="20" creationId="{51935CAE-A31A-F7CE-290D-BF70C057DCAE}"/>
          </ac:cxnSpMkLst>
        </pc:cxnChg>
        <pc:cxnChg chg="add mod">
          <ac:chgData name="Wai T" userId="803fb5f0506a6e42" providerId="LiveId" clId="{222894FC-9D97-4FAB-ABFB-08828321DD90}" dt="2024-08-05T09:10:18.138" v="17358" actId="164"/>
          <ac:cxnSpMkLst>
            <pc:docMk/>
            <pc:sldMk cId="1812004000" sldId="292"/>
            <ac:cxnSpMk id="23" creationId="{FA1872BB-ACD9-DD95-1755-1A0634B04E61}"/>
          </ac:cxnSpMkLst>
        </pc:cxnChg>
        <pc:cxnChg chg="add mod">
          <ac:chgData name="Wai T" userId="803fb5f0506a6e42" providerId="LiveId" clId="{222894FC-9D97-4FAB-ABFB-08828321DD90}" dt="2024-08-05T09:10:18.138" v="17358" actId="164"/>
          <ac:cxnSpMkLst>
            <pc:docMk/>
            <pc:sldMk cId="1812004000" sldId="292"/>
            <ac:cxnSpMk id="24" creationId="{6EABED09-BD4C-3516-6AF1-0D87F78F81F1}"/>
          </ac:cxnSpMkLst>
        </pc:cxnChg>
      </pc:sldChg>
      <pc:sldChg chg="addSp delSp modSp add mod modAnim">
        <pc:chgData name="Wai T" userId="803fb5f0506a6e42" providerId="LiveId" clId="{222894FC-9D97-4FAB-ABFB-08828321DD90}" dt="2024-08-05T14:59:35.214" v="20844"/>
        <pc:sldMkLst>
          <pc:docMk/>
          <pc:sldMk cId="1118331065" sldId="293"/>
        </pc:sldMkLst>
        <pc:spChg chg="mod">
          <ac:chgData name="Wai T" userId="803fb5f0506a6e42" providerId="LiveId" clId="{222894FC-9D97-4FAB-ABFB-08828321DD90}" dt="2024-08-05T13:18:31.501" v="18962" actId="20577"/>
          <ac:spMkLst>
            <pc:docMk/>
            <pc:sldMk cId="1118331065" sldId="293"/>
            <ac:spMk id="3" creationId="{FDDFE4F1-790D-1BF3-2181-5EF179ABDBFC}"/>
          </ac:spMkLst>
        </pc:spChg>
        <pc:spChg chg="mod">
          <ac:chgData name="Wai T" userId="803fb5f0506a6e42" providerId="LiveId" clId="{222894FC-9D97-4FAB-ABFB-08828321DD90}" dt="2024-08-05T14:54:25.826" v="20647" actId="20577"/>
          <ac:spMkLst>
            <pc:docMk/>
            <pc:sldMk cId="1118331065" sldId="293"/>
            <ac:spMk id="4" creationId="{77FD569A-D31B-1809-DA9F-FCC0A71D58D4}"/>
          </ac:spMkLst>
        </pc:spChg>
        <pc:spChg chg="mod">
          <ac:chgData name="Wai T" userId="803fb5f0506a6e42" providerId="LiveId" clId="{222894FC-9D97-4FAB-ABFB-08828321DD90}" dt="2024-08-05T14:57:45.672" v="20668" actId="1076"/>
          <ac:spMkLst>
            <pc:docMk/>
            <pc:sldMk cId="1118331065" sldId="293"/>
            <ac:spMk id="5" creationId="{2B528229-4FC4-0CE8-1E89-F7C6D8CAFFBE}"/>
          </ac:spMkLst>
        </pc:spChg>
        <pc:spChg chg="add mod">
          <ac:chgData name="Wai T" userId="803fb5f0506a6e42" providerId="LiveId" clId="{222894FC-9D97-4FAB-ABFB-08828321DD90}" dt="2024-08-05T14:55:57.529" v="20663" actId="20577"/>
          <ac:spMkLst>
            <pc:docMk/>
            <pc:sldMk cId="1118331065" sldId="293"/>
            <ac:spMk id="6" creationId="{0FBD0C75-3E6E-ED26-ADF5-3E44E0B7A1EF}"/>
          </ac:spMkLst>
        </pc:spChg>
        <pc:spChg chg="add del mod">
          <ac:chgData name="Wai T" userId="803fb5f0506a6e42" providerId="LiveId" clId="{222894FC-9D97-4FAB-ABFB-08828321DD90}" dt="2024-08-05T14:56:42.411" v="20665" actId="478"/>
          <ac:spMkLst>
            <pc:docMk/>
            <pc:sldMk cId="1118331065" sldId="293"/>
            <ac:spMk id="7" creationId="{BD929D1A-B659-9CD9-029F-608E9C574196}"/>
          </ac:spMkLst>
        </pc:spChg>
        <pc:spChg chg="add mod">
          <ac:chgData name="Wai T" userId="803fb5f0506a6e42" providerId="LiveId" clId="{222894FC-9D97-4FAB-ABFB-08828321DD90}" dt="2024-08-05T14:59:11.974" v="20841" actId="20577"/>
          <ac:spMkLst>
            <pc:docMk/>
            <pc:sldMk cId="1118331065" sldId="293"/>
            <ac:spMk id="8" creationId="{E8BC994D-24AE-EA15-955D-E933BEB0AAE6}"/>
          </ac:spMkLst>
        </pc:spChg>
      </pc:sldChg>
      <pc:sldChg chg="modSp new mod">
        <pc:chgData name="Wai T" userId="803fb5f0506a6e42" providerId="LiveId" clId="{222894FC-9D97-4FAB-ABFB-08828321DD90}" dt="2024-08-05T16:56:14.063" v="22363" actId="20577"/>
        <pc:sldMkLst>
          <pc:docMk/>
          <pc:sldMk cId="446751437" sldId="294"/>
        </pc:sldMkLst>
        <pc:spChg chg="mod">
          <ac:chgData name="Wai T" userId="803fb5f0506a6e42" providerId="LiveId" clId="{222894FC-9D97-4FAB-ABFB-08828321DD90}" dt="2024-08-05T16:55:35.422" v="22255" actId="20577"/>
          <ac:spMkLst>
            <pc:docMk/>
            <pc:sldMk cId="446751437" sldId="294"/>
            <ac:spMk id="2" creationId="{C8B64DD1-DEF1-D33A-B36B-A41DFD0DECD1}"/>
          </ac:spMkLst>
        </pc:spChg>
        <pc:spChg chg="mod">
          <ac:chgData name="Wai T" userId="803fb5f0506a6e42" providerId="LiveId" clId="{222894FC-9D97-4FAB-ABFB-08828321DD90}" dt="2024-08-05T16:56:14.063" v="22363" actId="20577"/>
          <ac:spMkLst>
            <pc:docMk/>
            <pc:sldMk cId="446751437" sldId="294"/>
            <ac:spMk id="3" creationId="{7FF0B3A7-B109-A194-2AB6-4C80F4798D3A}"/>
          </ac:spMkLst>
        </pc:spChg>
      </pc:sldChg>
      <pc:sldChg chg="modSp new mod ord">
        <pc:chgData name="Wai T" userId="803fb5f0506a6e42" providerId="LiveId" clId="{222894FC-9D97-4FAB-ABFB-08828321DD90}" dt="2024-08-05T15:55:23.890" v="22041"/>
        <pc:sldMkLst>
          <pc:docMk/>
          <pc:sldMk cId="1217932962" sldId="295"/>
        </pc:sldMkLst>
        <pc:spChg chg="mod">
          <ac:chgData name="Wai T" userId="803fb5f0506a6e42" providerId="LiveId" clId="{222894FC-9D97-4FAB-ABFB-08828321DD90}" dt="2024-08-05T15:55:17.188" v="22039" actId="20577"/>
          <ac:spMkLst>
            <pc:docMk/>
            <pc:sldMk cId="1217932962" sldId="295"/>
            <ac:spMk id="2" creationId="{02F25D03-59EF-2A7E-943C-105AB87A08BF}"/>
          </ac:spMkLst>
        </pc:spChg>
      </pc:sldChg>
      <pc:sldMasterChg chg="setBg modSldLayout">
        <pc:chgData name="Wai T" userId="803fb5f0506a6e42" providerId="LiveId" clId="{222894FC-9D97-4FAB-ABFB-08828321DD90}" dt="2024-08-02T09:57:05.211" v="6481"/>
        <pc:sldMasterMkLst>
          <pc:docMk/>
          <pc:sldMasterMk cId="4009216227" sldId="2147483648"/>
        </pc:sldMasterMkLst>
        <pc:sldLayoutChg chg="setBg">
          <pc:chgData name="Wai T" userId="803fb5f0506a6e42" providerId="LiveId" clId="{222894FC-9D97-4FAB-ABFB-08828321DD90}" dt="2024-08-02T09:57:05.211" v="6481"/>
          <pc:sldLayoutMkLst>
            <pc:docMk/>
            <pc:sldMasterMk cId="4009216227" sldId="2147483648"/>
            <pc:sldLayoutMk cId="55552060" sldId="2147483649"/>
          </pc:sldLayoutMkLst>
        </pc:sldLayoutChg>
        <pc:sldLayoutChg chg="setBg">
          <pc:chgData name="Wai T" userId="803fb5f0506a6e42" providerId="LiveId" clId="{222894FC-9D97-4FAB-ABFB-08828321DD90}" dt="2024-08-02T09:57:05.211" v="6481"/>
          <pc:sldLayoutMkLst>
            <pc:docMk/>
            <pc:sldMasterMk cId="4009216227" sldId="2147483648"/>
            <pc:sldLayoutMk cId="3294160831" sldId="2147483650"/>
          </pc:sldLayoutMkLst>
        </pc:sldLayoutChg>
        <pc:sldLayoutChg chg="setBg">
          <pc:chgData name="Wai T" userId="803fb5f0506a6e42" providerId="LiveId" clId="{222894FC-9D97-4FAB-ABFB-08828321DD90}" dt="2024-08-02T09:57:05.211" v="6481"/>
          <pc:sldLayoutMkLst>
            <pc:docMk/>
            <pc:sldMasterMk cId="4009216227" sldId="2147483648"/>
            <pc:sldLayoutMk cId="1293866269" sldId="2147483651"/>
          </pc:sldLayoutMkLst>
        </pc:sldLayoutChg>
        <pc:sldLayoutChg chg="setBg">
          <pc:chgData name="Wai T" userId="803fb5f0506a6e42" providerId="LiveId" clId="{222894FC-9D97-4FAB-ABFB-08828321DD90}" dt="2024-08-02T09:57:05.211" v="6481"/>
          <pc:sldLayoutMkLst>
            <pc:docMk/>
            <pc:sldMasterMk cId="4009216227" sldId="2147483648"/>
            <pc:sldLayoutMk cId="2869385498" sldId="2147483652"/>
          </pc:sldLayoutMkLst>
        </pc:sldLayoutChg>
        <pc:sldLayoutChg chg="setBg">
          <pc:chgData name="Wai T" userId="803fb5f0506a6e42" providerId="LiveId" clId="{222894FC-9D97-4FAB-ABFB-08828321DD90}" dt="2024-08-02T09:57:05.211" v="6481"/>
          <pc:sldLayoutMkLst>
            <pc:docMk/>
            <pc:sldMasterMk cId="4009216227" sldId="2147483648"/>
            <pc:sldLayoutMk cId="2523350626" sldId="2147483653"/>
          </pc:sldLayoutMkLst>
        </pc:sldLayoutChg>
        <pc:sldLayoutChg chg="setBg">
          <pc:chgData name="Wai T" userId="803fb5f0506a6e42" providerId="LiveId" clId="{222894FC-9D97-4FAB-ABFB-08828321DD90}" dt="2024-08-02T09:57:05.211" v="6481"/>
          <pc:sldLayoutMkLst>
            <pc:docMk/>
            <pc:sldMasterMk cId="4009216227" sldId="2147483648"/>
            <pc:sldLayoutMk cId="2328362786" sldId="2147483654"/>
          </pc:sldLayoutMkLst>
        </pc:sldLayoutChg>
        <pc:sldLayoutChg chg="setBg">
          <pc:chgData name="Wai T" userId="803fb5f0506a6e42" providerId="LiveId" clId="{222894FC-9D97-4FAB-ABFB-08828321DD90}" dt="2024-08-02T09:57:05.211" v="6481"/>
          <pc:sldLayoutMkLst>
            <pc:docMk/>
            <pc:sldMasterMk cId="4009216227" sldId="2147483648"/>
            <pc:sldLayoutMk cId="714707960" sldId="2147483655"/>
          </pc:sldLayoutMkLst>
        </pc:sldLayoutChg>
        <pc:sldLayoutChg chg="setBg">
          <pc:chgData name="Wai T" userId="803fb5f0506a6e42" providerId="LiveId" clId="{222894FC-9D97-4FAB-ABFB-08828321DD90}" dt="2024-08-02T09:57:05.211" v="6481"/>
          <pc:sldLayoutMkLst>
            <pc:docMk/>
            <pc:sldMasterMk cId="4009216227" sldId="2147483648"/>
            <pc:sldLayoutMk cId="2299689723" sldId="2147483656"/>
          </pc:sldLayoutMkLst>
        </pc:sldLayoutChg>
        <pc:sldLayoutChg chg="setBg">
          <pc:chgData name="Wai T" userId="803fb5f0506a6e42" providerId="LiveId" clId="{222894FC-9D97-4FAB-ABFB-08828321DD90}" dt="2024-08-02T09:57:05.211" v="6481"/>
          <pc:sldLayoutMkLst>
            <pc:docMk/>
            <pc:sldMasterMk cId="4009216227" sldId="2147483648"/>
            <pc:sldLayoutMk cId="698488796" sldId="2147483657"/>
          </pc:sldLayoutMkLst>
        </pc:sldLayoutChg>
        <pc:sldLayoutChg chg="setBg">
          <pc:chgData name="Wai T" userId="803fb5f0506a6e42" providerId="LiveId" clId="{222894FC-9D97-4FAB-ABFB-08828321DD90}" dt="2024-08-02T09:57:05.211" v="6481"/>
          <pc:sldLayoutMkLst>
            <pc:docMk/>
            <pc:sldMasterMk cId="4009216227" sldId="2147483648"/>
            <pc:sldLayoutMk cId="1437211526" sldId="2147483658"/>
          </pc:sldLayoutMkLst>
        </pc:sldLayoutChg>
        <pc:sldLayoutChg chg="setBg">
          <pc:chgData name="Wai T" userId="803fb5f0506a6e42" providerId="LiveId" clId="{222894FC-9D97-4FAB-ABFB-08828321DD90}" dt="2024-08-02T09:57:05.211" v="6481"/>
          <pc:sldLayoutMkLst>
            <pc:docMk/>
            <pc:sldMasterMk cId="4009216227" sldId="2147483648"/>
            <pc:sldLayoutMk cId="1384516771" sldId="2147483659"/>
          </pc:sldLayoutMkLst>
        </pc:sldLayoutChg>
      </pc:sldMasterChg>
    </pc:docChg>
  </pc:docChgLst>
  <pc:docChgLst>
    <pc:chgData name="Wai T" userId="803fb5f0506a6e42" providerId="LiveId" clId="{545DE40C-002C-49AD-8A1F-BBA858E85E5F}"/>
    <pc:docChg chg="custSel modSld">
      <pc:chgData name="Wai T" userId="803fb5f0506a6e42" providerId="LiveId" clId="{545DE40C-002C-49AD-8A1F-BBA858E85E5F}" dt="2024-08-03T10:48:48.646" v="133" actId="20577"/>
      <pc:docMkLst>
        <pc:docMk/>
      </pc:docMkLst>
      <pc:sldChg chg="delSp modSp mod">
        <pc:chgData name="Wai T" userId="803fb5f0506a6e42" providerId="LiveId" clId="{545DE40C-002C-49AD-8A1F-BBA858E85E5F}" dt="2024-08-03T10:48:07.562" v="123" actId="478"/>
        <pc:sldMkLst>
          <pc:docMk/>
          <pc:sldMk cId="1797728033" sldId="258"/>
        </pc:sldMkLst>
        <pc:spChg chg="mod">
          <ac:chgData name="Wai T" userId="803fb5f0506a6e42" providerId="LiveId" clId="{545DE40C-002C-49AD-8A1F-BBA858E85E5F}" dt="2024-08-03T10:44:13.499" v="0" actId="108"/>
          <ac:spMkLst>
            <pc:docMk/>
            <pc:sldMk cId="1797728033" sldId="258"/>
            <ac:spMk id="8" creationId="{37520CF7-3A91-B171-70B9-01CE309EE80C}"/>
          </ac:spMkLst>
        </pc:spChg>
        <pc:spChg chg="mod">
          <ac:chgData name="Wai T" userId="803fb5f0506a6e42" providerId="LiveId" clId="{545DE40C-002C-49AD-8A1F-BBA858E85E5F}" dt="2024-08-03T10:44:20.548" v="1" actId="108"/>
          <ac:spMkLst>
            <pc:docMk/>
            <pc:sldMk cId="1797728033" sldId="258"/>
            <ac:spMk id="10" creationId="{B6F539EF-7ED1-277C-9052-1A88EDA5C73F}"/>
          </ac:spMkLst>
        </pc:spChg>
        <pc:spChg chg="mod">
          <ac:chgData name="Wai T" userId="803fb5f0506a6e42" providerId="LiveId" clId="{545DE40C-002C-49AD-8A1F-BBA858E85E5F}" dt="2024-08-03T10:44:30.415" v="7" actId="20577"/>
          <ac:spMkLst>
            <pc:docMk/>
            <pc:sldMk cId="1797728033" sldId="258"/>
            <ac:spMk id="112" creationId="{6D5DCE05-D1C0-EBD1-69B2-8E88CCF5F2F0}"/>
          </ac:spMkLst>
        </pc:spChg>
        <pc:cxnChg chg="del mod">
          <ac:chgData name="Wai T" userId="803fb5f0506a6e42" providerId="LiveId" clId="{545DE40C-002C-49AD-8A1F-BBA858E85E5F}" dt="2024-08-03T10:48:05.575" v="122" actId="478"/>
          <ac:cxnSpMkLst>
            <pc:docMk/>
            <pc:sldMk cId="1797728033" sldId="258"/>
            <ac:cxnSpMk id="101" creationId="{15229B5F-FEC5-40B3-30B9-F744DE60064F}"/>
          </ac:cxnSpMkLst>
        </pc:cxnChg>
        <pc:cxnChg chg="del mod">
          <ac:chgData name="Wai T" userId="803fb5f0506a6e42" providerId="LiveId" clId="{545DE40C-002C-49AD-8A1F-BBA858E85E5F}" dt="2024-08-03T10:48:07.562" v="123" actId="478"/>
          <ac:cxnSpMkLst>
            <pc:docMk/>
            <pc:sldMk cId="1797728033" sldId="258"/>
            <ac:cxnSpMk id="103" creationId="{8EBF44E0-04D5-CFF8-E822-51C4B60AB46D}"/>
          </ac:cxnSpMkLst>
        </pc:cxnChg>
      </pc:sldChg>
      <pc:sldChg chg="modSp mod">
        <pc:chgData name="Wai T" userId="803fb5f0506a6e42" providerId="LiveId" clId="{545DE40C-002C-49AD-8A1F-BBA858E85E5F}" dt="2024-08-03T10:48:48.646" v="133" actId="20577"/>
        <pc:sldMkLst>
          <pc:docMk/>
          <pc:sldMk cId="1848071319" sldId="271"/>
        </pc:sldMkLst>
        <pc:spChg chg="mod">
          <ac:chgData name="Wai T" userId="803fb5f0506a6e42" providerId="LiveId" clId="{545DE40C-002C-49AD-8A1F-BBA858E85E5F}" dt="2024-08-03T10:48:48.646" v="133" actId="20577"/>
          <ac:spMkLst>
            <pc:docMk/>
            <pc:sldMk cId="1848071319" sldId="271"/>
            <ac:spMk id="98" creationId="{10EB17CC-17C9-AF8F-3B58-F3307005ECE6}"/>
          </ac:spMkLst>
        </pc:spChg>
      </pc:sldChg>
      <pc:sldChg chg="modSp mod">
        <pc:chgData name="Wai T" userId="803fb5f0506a6e42" providerId="LiveId" clId="{545DE40C-002C-49AD-8A1F-BBA858E85E5F}" dt="2024-08-03T10:45:59.890" v="98" actId="20577"/>
        <pc:sldMkLst>
          <pc:docMk/>
          <pc:sldMk cId="2180340040" sldId="279"/>
        </pc:sldMkLst>
        <pc:spChg chg="mod">
          <ac:chgData name="Wai T" userId="803fb5f0506a6e42" providerId="LiveId" clId="{545DE40C-002C-49AD-8A1F-BBA858E85E5F}" dt="2024-08-03T10:44:57.235" v="13" actId="20577"/>
          <ac:spMkLst>
            <pc:docMk/>
            <pc:sldMk cId="2180340040" sldId="279"/>
            <ac:spMk id="2" creationId="{1AE535E4-D566-F3D6-568A-5540023B5E13}"/>
          </ac:spMkLst>
        </pc:spChg>
        <pc:spChg chg="mod">
          <ac:chgData name="Wai T" userId="803fb5f0506a6e42" providerId="LiveId" clId="{545DE40C-002C-49AD-8A1F-BBA858E85E5F}" dt="2024-08-03T10:45:59.890" v="98" actId="20577"/>
          <ac:spMkLst>
            <pc:docMk/>
            <pc:sldMk cId="2180340040" sldId="279"/>
            <ac:spMk id="3" creationId="{448E7F8F-CEBF-123E-A884-0AD6B0449545}"/>
          </ac:spMkLst>
        </pc:spChg>
      </pc:sldChg>
      <pc:sldChg chg="modSp mod">
        <pc:chgData name="Wai T" userId="803fb5f0506a6e42" providerId="LiveId" clId="{545DE40C-002C-49AD-8A1F-BBA858E85E5F}" dt="2024-08-03T10:46:13.784" v="101" actId="20577"/>
        <pc:sldMkLst>
          <pc:docMk/>
          <pc:sldMk cId="3954975190" sldId="280"/>
        </pc:sldMkLst>
        <pc:spChg chg="mod">
          <ac:chgData name="Wai T" userId="803fb5f0506a6e42" providerId="LiveId" clId="{545DE40C-002C-49AD-8A1F-BBA858E85E5F}" dt="2024-08-03T10:46:13.784" v="101" actId="20577"/>
          <ac:spMkLst>
            <pc:docMk/>
            <pc:sldMk cId="3954975190" sldId="280"/>
            <ac:spMk id="2" creationId="{1AE535E4-D566-F3D6-568A-5540023B5E13}"/>
          </ac:spMkLst>
        </pc:spChg>
      </pc:sldChg>
      <pc:sldChg chg="modSp mod">
        <pc:chgData name="Wai T" userId="803fb5f0506a6e42" providerId="LiveId" clId="{545DE40C-002C-49AD-8A1F-BBA858E85E5F}" dt="2024-08-03T10:46:29.773" v="106" actId="20577"/>
        <pc:sldMkLst>
          <pc:docMk/>
          <pc:sldMk cId="3332645723" sldId="281"/>
        </pc:sldMkLst>
        <pc:spChg chg="mod">
          <ac:chgData name="Wai T" userId="803fb5f0506a6e42" providerId="LiveId" clId="{545DE40C-002C-49AD-8A1F-BBA858E85E5F}" dt="2024-08-03T10:46:29.773" v="106" actId="20577"/>
          <ac:spMkLst>
            <pc:docMk/>
            <pc:sldMk cId="3332645723" sldId="281"/>
            <ac:spMk id="2" creationId="{1AE535E4-D566-F3D6-568A-5540023B5E13}"/>
          </ac:spMkLst>
        </pc:spChg>
      </pc:sldChg>
      <pc:sldChg chg="modSp mod">
        <pc:chgData name="Wai T" userId="803fb5f0506a6e42" providerId="LiveId" clId="{545DE40C-002C-49AD-8A1F-BBA858E85E5F}" dt="2024-08-03T10:46:55.424" v="115" actId="20577"/>
        <pc:sldMkLst>
          <pc:docMk/>
          <pc:sldMk cId="2807329350" sldId="282"/>
        </pc:sldMkLst>
        <pc:spChg chg="mod">
          <ac:chgData name="Wai T" userId="803fb5f0506a6e42" providerId="LiveId" clId="{545DE40C-002C-49AD-8A1F-BBA858E85E5F}" dt="2024-08-03T10:46:55.424" v="115" actId="20577"/>
          <ac:spMkLst>
            <pc:docMk/>
            <pc:sldMk cId="2807329350" sldId="282"/>
            <ac:spMk id="2" creationId="{2F6AD17D-04EB-A849-5DFA-6D13C278EC17}"/>
          </ac:spMkLst>
        </pc:spChg>
      </pc:sldChg>
      <pc:sldChg chg="modSp mod">
        <pc:chgData name="Wai T" userId="803fb5f0506a6e42" providerId="LiveId" clId="{545DE40C-002C-49AD-8A1F-BBA858E85E5F}" dt="2024-08-03T10:47:02.391" v="121" actId="20577"/>
        <pc:sldMkLst>
          <pc:docMk/>
          <pc:sldMk cId="4092811165" sldId="283"/>
        </pc:sldMkLst>
        <pc:spChg chg="mod">
          <ac:chgData name="Wai T" userId="803fb5f0506a6e42" providerId="LiveId" clId="{545DE40C-002C-49AD-8A1F-BBA858E85E5F}" dt="2024-08-03T10:47:02.391" v="121" actId="20577"/>
          <ac:spMkLst>
            <pc:docMk/>
            <pc:sldMk cId="4092811165" sldId="283"/>
            <ac:spMk id="2" creationId="{D1F23352-8EE6-3F20-F7D5-88B6E156C6DE}"/>
          </ac:spMkLst>
        </pc:spChg>
      </pc:sldChg>
      <pc:sldChg chg="modSp mod">
        <pc:chgData name="Wai T" userId="803fb5f0506a6e42" providerId="LiveId" clId="{545DE40C-002C-49AD-8A1F-BBA858E85E5F}" dt="2024-08-03T10:44:49.287" v="10" actId="20577"/>
        <pc:sldMkLst>
          <pc:docMk/>
          <pc:sldMk cId="1555607315" sldId="285"/>
        </pc:sldMkLst>
        <pc:spChg chg="mod">
          <ac:chgData name="Wai T" userId="803fb5f0506a6e42" providerId="LiveId" clId="{545DE40C-002C-49AD-8A1F-BBA858E85E5F}" dt="2024-08-03T10:44:49.287" v="10" actId="20577"/>
          <ac:spMkLst>
            <pc:docMk/>
            <pc:sldMk cId="1555607315" sldId="285"/>
            <ac:spMk id="2" creationId="{057F13BB-65F1-7E1F-15D8-A51B88A07C66}"/>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02T12:50:16.967"/>
    </inkml:context>
    <inkml:brush xml:id="br0">
      <inkml:brushProperty name="width" value="0.05" units="cm"/>
      <inkml:brushProperty name="height" value="0.05" units="cm"/>
      <inkml:brushProperty name="color" value="#004F8B"/>
    </inkml:brush>
  </inkml:definitions>
  <inkml:trace contextRef="#ctx0" brushRef="#br0">2597 25 24575,'-2330'0'0,"2313"1"0,-1 1 0,0 1 0,1 0 0,0 1 0,0 1 0,0 1 0,0 0 0,1 1 0,-31 18 0,42-21 0,0 0 0,0 1 0,1-1 0,-1 1 0,1 0 0,0 1 0,1-1 0,-1 0 0,1 1 0,0 0 0,0 0 0,1 0 0,-1 0 0,2 0 0,-1 1 0,-1 11 0,0 2 0,1 0 0,1 0 0,0 0 0,4 25 0,-1-35 0,0 0 0,1-1 0,0 0 0,1 0 0,0 0 0,0 0 0,1 0 0,0-1 0,0 0 0,1 0 0,0 0 0,14 12 0,11 10 0,55 39 0,-70-57 0,1 2 0,6 4 0,49 30 0,-62-43 0,-1-1 0,1 0 0,0 0 0,0-1 0,1 0 0,-1-1 0,1 0 0,20 1 0,33-2 0,-8-1 0,84 12 0,-53-3 0,1-4 0,111-6 0,-56-2 0,1276 3 0,-1410 0 0,-1 0 0,1-1 0,0 0 0,0 0 0,-1-1 0,1 0 0,-1-1 0,1 0 0,-1 0 0,13-8 0,-7 1 0,1 0 0,-1-1 0,-1-1 0,14-16 0,-13 16 0,-1 0 0,2 2 0,-1 0 0,1 0 0,1 1 0,0 1 0,0 1 0,1 0 0,34-8 0,-33 9 0,-8 1 0,-1 1 0,1-2 0,-1 1 0,0-1 0,0-1 0,0 0 0,-1 0 0,0 0 0,7-10 0,61-79 0,-74 93 0,6-8 0,1-1 0,-1-1 0,-1 1 0,-1-1 0,1 0 0,-2-1 0,7-25 0,-11 34 0,0 0 0,-1 0 0,1-1 0,-1 1 0,0 0 0,-1 0 0,0-1 0,0 1 0,0 0 0,0 0 0,-1 0 0,1 0 0,-1 0 0,-1 0 0,1 0 0,-1 1 0,1-1 0,-1 1 0,-1-1 0,1 1 0,-1 0 0,1 1 0,-1-1 0,-7-4 0,3 2 0,0 1 0,0 0 0,0 1 0,-1 0 0,0 0 0,0 1 0,0 0 0,0 0 0,0 1 0,-1 1 0,-11-2 0,-17 1 0,-58 4 0,14 1 0,-121-21-1365,166 15-5461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D6FAF3-86F3-4FAC-A114-AD50F89DC2F2}" type="datetimeFigureOut">
              <a:rPr lang="en-GB" smtClean="0"/>
              <a:t>09/08/2024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75E69-C74A-46C0-A661-873FBA498BF0}" type="slidenum">
              <a:rPr lang="en-GB" smtClean="0"/>
              <a:t>‹#›</a:t>
            </a:fld>
            <a:endParaRPr lang="en-GB"/>
          </a:p>
        </p:txBody>
      </p:sp>
    </p:spTree>
    <p:extLst>
      <p:ext uri="{BB962C8B-B14F-4D97-AF65-F5344CB8AC3E}">
        <p14:creationId xmlns:p14="http://schemas.microsoft.com/office/powerpoint/2010/main" val="1221567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2475E69-C74A-46C0-A661-873FBA498BF0}" type="slidenum">
              <a:rPr lang="en-GB" smtClean="0"/>
              <a:t>3</a:t>
            </a:fld>
            <a:endParaRPr lang="en-GB"/>
          </a:p>
        </p:txBody>
      </p:sp>
    </p:spTree>
    <p:extLst>
      <p:ext uri="{BB962C8B-B14F-4D97-AF65-F5344CB8AC3E}">
        <p14:creationId xmlns:p14="http://schemas.microsoft.com/office/powerpoint/2010/main" val="18606033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E25F7-B1CD-8129-21E8-B13FBFE729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BA87283-51CA-0A70-3F70-928CF67144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5EB8AB1-9793-C522-773E-E96F2EAD1444}"/>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5" name="Footer Placeholder 4">
            <a:extLst>
              <a:ext uri="{FF2B5EF4-FFF2-40B4-BE49-F238E27FC236}">
                <a16:creationId xmlns:a16="http://schemas.microsoft.com/office/drawing/2014/main" id="{A1F9B0DB-9116-EAE1-B0E4-89DFDEB0AD2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4CA97E-269C-DDCD-5047-1E84F688A7C5}"/>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555520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6D4F-EDAC-FDB2-7BFC-3A981DAA72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7A950ED-F61C-33D1-A1E0-512EDB12D4A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0409CA-55A9-1E08-26DE-9BD4B37E7137}"/>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5" name="Footer Placeholder 4">
            <a:extLst>
              <a:ext uri="{FF2B5EF4-FFF2-40B4-BE49-F238E27FC236}">
                <a16:creationId xmlns:a16="http://schemas.microsoft.com/office/drawing/2014/main" id="{076A98B4-38F8-911E-770A-F08E81B6738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A4E4F99-3E5D-472A-9671-3B6D19B5996B}"/>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32941608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2352E-0FEC-53AC-56F9-3CB1DB76BC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141AFF4-0579-9D05-10D7-70ADC4C1BA4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394572-485C-AE58-A200-A8CA76F06F89}"/>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5" name="Footer Placeholder 4">
            <a:extLst>
              <a:ext uri="{FF2B5EF4-FFF2-40B4-BE49-F238E27FC236}">
                <a16:creationId xmlns:a16="http://schemas.microsoft.com/office/drawing/2014/main" id="{18CD4F06-FDB7-2AE2-C068-C8EB51CD659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864FD6A-0947-1743-DB74-EFF40A36A298}"/>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293866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F18E0-781E-8B00-233D-199E611DF31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DCB3E33-107C-4DB0-A4FA-F6417E1E4E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441BBF3-745A-171B-22A7-6FB7CD035F5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2370B4AF-2EA1-18F9-60B5-48D36C452FAE}"/>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6" name="Footer Placeholder 5">
            <a:extLst>
              <a:ext uri="{FF2B5EF4-FFF2-40B4-BE49-F238E27FC236}">
                <a16:creationId xmlns:a16="http://schemas.microsoft.com/office/drawing/2014/main" id="{C57CA0D0-55A2-CF0D-F034-FBBE313840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3029295-3C21-E4C5-A9CD-EFE6DDF99B7E}"/>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869385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7A3F3-A484-7C5C-B661-00CC3117923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543D92F-EA30-E75A-E55F-0B59509038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2A5A86-ADCD-BE94-8F4C-10012945F8F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FA3A77-B589-E16C-E8E8-91E2330565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41B11CE-6F9E-5BC4-4002-478DCDA15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A94B01C-F4FD-AB20-FCD1-E2CC436AFF2C}"/>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8" name="Footer Placeholder 7">
            <a:extLst>
              <a:ext uri="{FF2B5EF4-FFF2-40B4-BE49-F238E27FC236}">
                <a16:creationId xmlns:a16="http://schemas.microsoft.com/office/drawing/2014/main" id="{BFF3BFAC-417D-9FE5-7B24-43CBC2D63B9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FCB74F-AE2C-0D79-3E22-FB3A7C7CC22B}"/>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523350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A3F86-3942-8816-B493-1FEB6329F488}"/>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C481F97-CF58-D984-B21C-ADD04D42397C}"/>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4" name="Footer Placeholder 3">
            <a:extLst>
              <a:ext uri="{FF2B5EF4-FFF2-40B4-BE49-F238E27FC236}">
                <a16:creationId xmlns:a16="http://schemas.microsoft.com/office/drawing/2014/main" id="{9714781C-D986-A79C-CBAB-C71237439A6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0C5120E-73CF-FCA2-B50E-80F6662293D8}"/>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328362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F95BD8-8F9F-5606-A812-366033FD35E2}"/>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3" name="Footer Placeholder 2">
            <a:extLst>
              <a:ext uri="{FF2B5EF4-FFF2-40B4-BE49-F238E27FC236}">
                <a16:creationId xmlns:a16="http://schemas.microsoft.com/office/drawing/2014/main" id="{B29B59AB-E979-DF0E-4F89-8E7FCC3E1A3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4A60DF5-7AA2-333C-5F7D-DF8781F92FFD}"/>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714707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270FA-A399-1587-2DB1-2F5B767D24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7291927-E903-BE4D-F076-67782782FC7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FFD5197F-0E0D-AECA-199D-5928104F1F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83420F-36F8-CDB2-656B-93DA4D56086C}"/>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6" name="Footer Placeholder 5">
            <a:extLst>
              <a:ext uri="{FF2B5EF4-FFF2-40B4-BE49-F238E27FC236}">
                <a16:creationId xmlns:a16="http://schemas.microsoft.com/office/drawing/2014/main" id="{085D1437-DC9F-CFEE-360E-4272B4A8830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9DD21BB-11DC-4D08-4FA9-A01A39316883}"/>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299689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7343B-1187-65A5-9089-D3202657C8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7FE2AE1-494E-BA30-2400-603A9F69AC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A2C4253-0C4F-94E9-7245-F015DD6718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A61C2D-C872-99A4-BB13-4CA05BA8C3AD}"/>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6" name="Footer Placeholder 5">
            <a:extLst>
              <a:ext uri="{FF2B5EF4-FFF2-40B4-BE49-F238E27FC236}">
                <a16:creationId xmlns:a16="http://schemas.microsoft.com/office/drawing/2014/main" id="{6494605F-4D14-027D-6FAA-FE298CF963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77750B-02CA-6449-05C2-C1C7A53EEF66}"/>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698488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8AFE2-6627-1B5A-F0C8-BFF26048BB6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8E2B5E-3166-069D-C8D9-31509D2AED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A85856-8DF2-0CED-B39E-4E191CC9F14D}"/>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5" name="Footer Placeholder 4">
            <a:extLst>
              <a:ext uri="{FF2B5EF4-FFF2-40B4-BE49-F238E27FC236}">
                <a16:creationId xmlns:a16="http://schemas.microsoft.com/office/drawing/2014/main" id="{781509A5-B732-2A02-B6A2-C2BB2FA915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1FACDD0-EF31-F2AC-F970-E66895D4AF2D}"/>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437211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F57607-26B3-A8CE-89C8-05017C6F2F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9B7018-3928-FF7E-A6EC-0FF128C95F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07C8FCC-4535-E1B5-1A35-04D47DE26ED2}"/>
              </a:ext>
            </a:extLst>
          </p:cNvPr>
          <p:cNvSpPr>
            <a:spLocks noGrp="1"/>
          </p:cNvSpPr>
          <p:nvPr>
            <p:ph type="dt" sz="half" idx="10"/>
          </p:nvPr>
        </p:nvSpPr>
        <p:spPr/>
        <p:txBody>
          <a:bodyPr/>
          <a:lstStyle/>
          <a:p>
            <a:fld id="{BF4318E6-4878-4776-AFE2-C99C7ED749DD}" type="datetimeFigureOut">
              <a:rPr lang="en-GB" smtClean="0"/>
              <a:t>09/08/2024</a:t>
            </a:fld>
            <a:endParaRPr lang="en-GB"/>
          </a:p>
        </p:txBody>
      </p:sp>
      <p:sp>
        <p:nvSpPr>
          <p:cNvPr id="5" name="Footer Placeholder 4">
            <a:extLst>
              <a:ext uri="{FF2B5EF4-FFF2-40B4-BE49-F238E27FC236}">
                <a16:creationId xmlns:a16="http://schemas.microsoft.com/office/drawing/2014/main" id="{A1459AEF-CF62-F277-75F0-4953A733019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795843-1B50-1A42-1E64-37C2AE8568AA}"/>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384516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B55184A-299C-DF1B-789F-7A7E38B5BB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749824D-095E-9DDB-BBC4-CA5B82AE0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59B667D-7BDD-671A-B6AD-FAA2770AF5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4318E6-4878-4776-AFE2-C99C7ED749DD}" type="datetimeFigureOut">
              <a:rPr lang="en-GB" smtClean="0"/>
              <a:t>09/08/2024</a:t>
            </a:fld>
            <a:endParaRPr lang="en-GB"/>
          </a:p>
        </p:txBody>
      </p:sp>
      <p:sp>
        <p:nvSpPr>
          <p:cNvPr id="5" name="Footer Placeholder 4">
            <a:extLst>
              <a:ext uri="{FF2B5EF4-FFF2-40B4-BE49-F238E27FC236}">
                <a16:creationId xmlns:a16="http://schemas.microsoft.com/office/drawing/2014/main" id="{4030ABDA-5389-F8AE-2243-52E32E6879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0F01F43-39A6-4912-C108-863267A0C3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F653FE-5CF2-42CF-8645-F8649C1028BE}" type="slidenum">
              <a:rPr lang="en-GB" smtClean="0"/>
              <a:t>‹#›</a:t>
            </a:fld>
            <a:endParaRPr lang="en-GB"/>
          </a:p>
        </p:txBody>
      </p:sp>
    </p:spTree>
    <p:extLst>
      <p:ext uri="{BB962C8B-B14F-4D97-AF65-F5344CB8AC3E}">
        <p14:creationId xmlns:p14="http://schemas.microsoft.com/office/powerpoint/2010/main" val="4009216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wai-t/CompSci/tree/main/ComputerScience/Data_Structure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it-scm.com/docs/git-bisect"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wai-t/CompSci/tree/main/ComputerScience/Data_Structures/tree_search.js" TargetMode="External"/><Relationship Id="rId2" Type="http://schemas.openxmlformats.org/officeDocument/2006/relationships/hyperlink" Target="https://github.com/wai-t/CompSci/tree/main/ComputerScience/Data_Structures/binary_search.js" TargetMode="External"/><Relationship Id="rId1" Type="http://schemas.openxmlformats.org/officeDocument/2006/relationships/slideLayout" Target="../slideLayouts/slideLayout2.xml"/><Relationship Id="rId4" Type="http://schemas.openxmlformats.org/officeDocument/2006/relationships/hyperlink" Target="https://github.com/wai-t/CompSci/tree/main/ComputerScience/Data_Structures/hash_search.j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8D1F8-C2AC-01C4-D939-28E844F47026}"/>
              </a:ext>
            </a:extLst>
          </p:cNvPr>
          <p:cNvSpPr>
            <a:spLocks noGrp="1"/>
          </p:cNvSpPr>
          <p:nvPr>
            <p:ph type="ctrTitle"/>
          </p:nvPr>
        </p:nvSpPr>
        <p:spPr/>
        <p:txBody>
          <a:bodyPr/>
          <a:lstStyle/>
          <a:p>
            <a:r>
              <a:rPr lang="en-GB" dirty="0"/>
              <a:t>Data Structures</a:t>
            </a:r>
          </a:p>
        </p:txBody>
      </p:sp>
      <p:sp>
        <p:nvSpPr>
          <p:cNvPr id="3" name="Subtitle 2">
            <a:extLst>
              <a:ext uri="{FF2B5EF4-FFF2-40B4-BE49-F238E27FC236}">
                <a16:creationId xmlns:a16="http://schemas.microsoft.com/office/drawing/2014/main" id="{9CF09A75-18DD-F775-7371-B432C462B52C}"/>
              </a:ext>
            </a:extLst>
          </p:cNvPr>
          <p:cNvSpPr>
            <a:spLocks noGrp="1"/>
          </p:cNvSpPr>
          <p:nvPr>
            <p:ph type="subTitle" idx="1"/>
          </p:nvPr>
        </p:nvSpPr>
        <p:spPr/>
        <p:txBody>
          <a:bodyPr/>
          <a:lstStyle/>
          <a:p>
            <a:r>
              <a:rPr lang="en-GB" dirty="0"/>
              <a:t>Introduction</a:t>
            </a:r>
          </a:p>
        </p:txBody>
      </p:sp>
      <p:sp>
        <p:nvSpPr>
          <p:cNvPr id="4" name="TextBox 3">
            <a:extLst>
              <a:ext uri="{FF2B5EF4-FFF2-40B4-BE49-F238E27FC236}">
                <a16:creationId xmlns:a16="http://schemas.microsoft.com/office/drawing/2014/main" id="{97C3B073-D555-025C-9992-FF6B81349FFC}"/>
              </a:ext>
            </a:extLst>
          </p:cNvPr>
          <p:cNvSpPr txBox="1"/>
          <p:nvPr/>
        </p:nvSpPr>
        <p:spPr>
          <a:xfrm>
            <a:off x="1580843" y="5369098"/>
            <a:ext cx="10001250" cy="646331"/>
          </a:xfrm>
          <a:prstGeom prst="rect">
            <a:avLst/>
          </a:prstGeom>
          <a:noFill/>
        </p:spPr>
        <p:txBody>
          <a:bodyPr wrap="square">
            <a:spAutoFit/>
          </a:bodyPr>
          <a:lstStyle/>
          <a:p>
            <a:r>
              <a:rPr lang="en-GB" dirty="0"/>
              <a:t>This </a:t>
            </a:r>
            <a:r>
              <a:rPr lang="en-GB" dirty="0" err="1"/>
              <a:t>powerpoint</a:t>
            </a:r>
            <a:r>
              <a:rPr lang="en-GB" dirty="0"/>
              <a:t> and other content are at:</a:t>
            </a:r>
          </a:p>
          <a:p>
            <a:r>
              <a:rPr lang="en-GB" dirty="0">
                <a:hlinkClick r:id="rId2"/>
              </a:rPr>
              <a:t>https://github.com/wai-t/CompSci/tree/main/ComputerScience/Data_Structures/</a:t>
            </a:r>
            <a:endParaRPr lang="en-GB" dirty="0"/>
          </a:p>
        </p:txBody>
      </p:sp>
    </p:spTree>
    <p:extLst>
      <p:ext uri="{BB962C8B-B14F-4D97-AF65-F5344CB8AC3E}">
        <p14:creationId xmlns:p14="http://schemas.microsoft.com/office/powerpoint/2010/main" val="3823459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8EA9-B432-4687-3BAB-946034C5C26E}"/>
              </a:ext>
            </a:extLst>
          </p:cNvPr>
          <p:cNvSpPr>
            <a:spLocks noGrp="1"/>
          </p:cNvSpPr>
          <p:nvPr>
            <p:ph type="title"/>
          </p:nvPr>
        </p:nvSpPr>
        <p:spPr/>
        <p:txBody>
          <a:bodyPr/>
          <a:lstStyle/>
          <a:p>
            <a:r>
              <a:rPr lang="en-GB" dirty="0"/>
              <a:t>Reminder</a:t>
            </a:r>
          </a:p>
        </p:txBody>
      </p:sp>
      <p:sp>
        <p:nvSpPr>
          <p:cNvPr id="3" name="Content Placeholder 2">
            <a:extLst>
              <a:ext uri="{FF2B5EF4-FFF2-40B4-BE49-F238E27FC236}">
                <a16:creationId xmlns:a16="http://schemas.microsoft.com/office/drawing/2014/main" id="{4452533B-7C11-3FF1-E477-5BA8608910B1}"/>
              </a:ext>
            </a:extLst>
          </p:cNvPr>
          <p:cNvSpPr>
            <a:spLocks noGrp="1"/>
          </p:cNvSpPr>
          <p:nvPr>
            <p:ph idx="1"/>
          </p:nvPr>
        </p:nvSpPr>
        <p:spPr/>
        <p:txBody>
          <a:bodyPr>
            <a:normAutofit fontScale="85000" lnSpcReduction="10000"/>
          </a:bodyPr>
          <a:lstStyle/>
          <a:p>
            <a:r>
              <a:rPr lang="en-GB" dirty="0"/>
              <a:t>Standard libraries will already have good generic implementations of common data structures</a:t>
            </a:r>
          </a:p>
          <a:p>
            <a:r>
              <a:rPr lang="en-GB" dirty="0"/>
              <a:t>So your aim should be to understand why they are designed the way they are.</a:t>
            </a:r>
          </a:p>
          <a:p>
            <a:pPr lvl="1"/>
            <a:r>
              <a:rPr lang="en-GB" dirty="0"/>
              <a:t>Learn to consider which use cases are most important in your application</a:t>
            </a:r>
          </a:p>
          <a:p>
            <a:r>
              <a:rPr lang="en-GB" dirty="0"/>
              <a:t>By analysing, you:</a:t>
            </a:r>
          </a:p>
          <a:p>
            <a:pPr lvl="1"/>
            <a:r>
              <a:rPr lang="en-GB" dirty="0"/>
              <a:t>Learn how to analyse data structures and algorithms </a:t>
            </a:r>
            <a:r>
              <a:rPr lang="en-GB" b="1" dirty="0"/>
              <a:t>in general </a:t>
            </a:r>
            <a:r>
              <a:rPr lang="en-GB" dirty="0"/>
              <a:t>and how they are co-dependent</a:t>
            </a:r>
          </a:p>
          <a:p>
            <a:pPr lvl="1"/>
            <a:r>
              <a:rPr lang="en-GB" dirty="0"/>
              <a:t>Look at APIs and Packages on the inside and not as a user</a:t>
            </a:r>
          </a:p>
          <a:p>
            <a:pPr lvl="1"/>
            <a:r>
              <a:rPr lang="en-GB" dirty="0"/>
              <a:t>Acquire skills that can be applied in your specific projects</a:t>
            </a:r>
          </a:p>
          <a:p>
            <a:r>
              <a:rPr lang="en-GB" dirty="0"/>
              <a:t>Improve the content of your CV</a:t>
            </a:r>
          </a:p>
          <a:p>
            <a:r>
              <a:rPr lang="en-GB" dirty="0"/>
              <a:t>Speak with confidence in your interviews and meetings</a:t>
            </a:r>
          </a:p>
          <a:p>
            <a:r>
              <a:rPr lang="en-GB" dirty="0"/>
              <a:t>Approach Coding Challenges in a more structured and efficient way</a:t>
            </a:r>
          </a:p>
          <a:p>
            <a:endParaRPr lang="en-GB" dirty="0"/>
          </a:p>
        </p:txBody>
      </p:sp>
    </p:spTree>
    <p:extLst>
      <p:ext uri="{BB962C8B-B14F-4D97-AF65-F5344CB8AC3E}">
        <p14:creationId xmlns:p14="http://schemas.microsoft.com/office/powerpoint/2010/main" val="103237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anim calcmode="lin" valueType="num">
                                      <p:cBhvr additive="base">
                                        <p:cTn id="4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2FE792-41AA-947A-31BB-0504E08E57F6}"/>
              </a:ext>
            </a:extLst>
          </p:cNvPr>
          <p:cNvSpPr>
            <a:spLocks noGrp="1"/>
          </p:cNvSpPr>
          <p:nvPr>
            <p:ph idx="1"/>
          </p:nvPr>
        </p:nvSpPr>
        <p:spPr/>
        <p:txBody>
          <a:bodyPr/>
          <a:lstStyle/>
          <a:p>
            <a:r>
              <a:rPr lang="en-GB" sz="2800" dirty="0"/>
              <a:t>Today, we’ll see if we can cover:</a:t>
            </a:r>
          </a:p>
          <a:p>
            <a:pPr lvl="1"/>
            <a:r>
              <a:rPr lang="en-GB" dirty="0"/>
              <a:t>List (specifically, a </a:t>
            </a:r>
            <a:r>
              <a:rPr lang="en-GB" b="1" dirty="0"/>
              <a:t>single linked list</a:t>
            </a:r>
            <a:r>
              <a:rPr lang="en-GB" dirty="0"/>
              <a:t>)</a:t>
            </a:r>
          </a:p>
          <a:p>
            <a:pPr lvl="1"/>
            <a:r>
              <a:rPr lang="en-GB" dirty="0"/>
              <a:t>Tree (specifically, a </a:t>
            </a:r>
            <a:r>
              <a:rPr lang="en-GB" b="1" dirty="0"/>
              <a:t>binary search tree</a:t>
            </a:r>
            <a:r>
              <a:rPr lang="en-GB" dirty="0"/>
              <a:t>)</a:t>
            </a:r>
          </a:p>
          <a:p>
            <a:pPr lvl="1"/>
            <a:r>
              <a:rPr lang="en-GB" dirty="0"/>
              <a:t>Set (specifically, a </a:t>
            </a:r>
            <a:r>
              <a:rPr lang="en-GB" b="1" dirty="0"/>
              <a:t>hash set</a:t>
            </a:r>
            <a:r>
              <a:rPr lang="en-GB" dirty="0"/>
              <a:t>)</a:t>
            </a:r>
          </a:p>
          <a:p>
            <a:endParaRPr lang="en-GB" sz="2800" dirty="0"/>
          </a:p>
          <a:p>
            <a:r>
              <a:rPr lang="en-GB" sz="2800" dirty="0"/>
              <a:t>We’ll demonstrate a search algorithm on each to look at some of  their strengths/weaknesses</a:t>
            </a:r>
          </a:p>
          <a:p>
            <a:endParaRPr lang="en-GB" dirty="0"/>
          </a:p>
        </p:txBody>
      </p:sp>
      <p:sp>
        <p:nvSpPr>
          <p:cNvPr id="2" name="Title 1">
            <a:extLst>
              <a:ext uri="{FF2B5EF4-FFF2-40B4-BE49-F238E27FC236}">
                <a16:creationId xmlns:a16="http://schemas.microsoft.com/office/drawing/2014/main" id="{DE5EF354-08A9-6A59-D86C-EA91C7413897}"/>
              </a:ext>
            </a:extLst>
          </p:cNvPr>
          <p:cNvSpPr>
            <a:spLocks noGrp="1"/>
          </p:cNvSpPr>
          <p:nvPr>
            <p:ph type="title"/>
          </p:nvPr>
        </p:nvSpPr>
        <p:spPr/>
        <p:txBody>
          <a:bodyPr/>
          <a:lstStyle/>
          <a:p>
            <a:r>
              <a:rPr lang="en-GB" dirty="0"/>
              <a:t>Agenda</a:t>
            </a:r>
          </a:p>
        </p:txBody>
      </p:sp>
      <p:grpSp>
        <p:nvGrpSpPr>
          <p:cNvPr id="31" name="Group 30">
            <a:extLst>
              <a:ext uri="{FF2B5EF4-FFF2-40B4-BE49-F238E27FC236}">
                <a16:creationId xmlns:a16="http://schemas.microsoft.com/office/drawing/2014/main" id="{39D65C59-121A-235F-9843-08CC03B5AA13}"/>
              </a:ext>
            </a:extLst>
          </p:cNvPr>
          <p:cNvGrpSpPr/>
          <p:nvPr/>
        </p:nvGrpSpPr>
        <p:grpSpPr>
          <a:xfrm rot="16668185">
            <a:off x="6793750" y="2094809"/>
            <a:ext cx="228600" cy="733425"/>
            <a:chOff x="4029075" y="5143500"/>
            <a:chExt cx="228600" cy="733425"/>
          </a:xfrm>
        </p:grpSpPr>
        <p:sp>
          <p:nvSpPr>
            <p:cNvPr id="4" name="Oval 3">
              <a:extLst>
                <a:ext uri="{FF2B5EF4-FFF2-40B4-BE49-F238E27FC236}">
                  <a16:creationId xmlns:a16="http://schemas.microsoft.com/office/drawing/2014/main" id="{AA14DE20-C75D-1C5E-1DBC-631EF8A53968}"/>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 name="Group 4">
              <a:extLst>
                <a:ext uri="{FF2B5EF4-FFF2-40B4-BE49-F238E27FC236}">
                  <a16:creationId xmlns:a16="http://schemas.microsoft.com/office/drawing/2014/main" id="{211C73B7-7FEC-0BCF-BA5D-6765FCF39C42}"/>
                </a:ext>
              </a:extLst>
            </p:cNvPr>
            <p:cNvGrpSpPr/>
            <p:nvPr/>
          </p:nvGrpSpPr>
          <p:grpSpPr>
            <a:xfrm>
              <a:off x="4029075" y="5143500"/>
              <a:ext cx="171450" cy="209550"/>
              <a:chOff x="4029075" y="5143500"/>
              <a:chExt cx="171450" cy="209550"/>
            </a:xfrm>
          </p:grpSpPr>
          <p:sp>
            <p:nvSpPr>
              <p:cNvPr id="6" name="Oval 5">
                <a:extLst>
                  <a:ext uri="{FF2B5EF4-FFF2-40B4-BE49-F238E27FC236}">
                    <a16:creationId xmlns:a16="http://schemas.microsoft.com/office/drawing/2014/main" id="{FDC8481D-FC9F-94D6-8F18-FA4CE49F4B4A}"/>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Arrow Connector 6">
                <a:extLst>
                  <a:ext uri="{FF2B5EF4-FFF2-40B4-BE49-F238E27FC236}">
                    <a16:creationId xmlns:a16="http://schemas.microsoft.com/office/drawing/2014/main" id="{6B82713D-19E6-D7DD-827D-098ADF44896A}"/>
                  </a:ext>
                </a:extLst>
              </p:cNvPr>
              <p:cNvCxnSpPr>
                <a:cxnSpLocks/>
                <a:stCxn id="6" idx="5"/>
                <a:endCxn id="9"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F2E0D1A5-018A-1917-C430-B1BFEE722F97}"/>
                </a:ext>
              </a:extLst>
            </p:cNvPr>
            <p:cNvGrpSpPr/>
            <p:nvPr/>
          </p:nvGrpSpPr>
          <p:grpSpPr>
            <a:xfrm>
              <a:off x="4105275" y="5353050"/>
              <a:ext cx="152400" cy="200025"/>
              <a:chOff x="3990975" y="5143500"/>
              <a:chExt cx="152400" cy="200025"/>
            </a:xfrm>
          </p:grpSpPr>
          <p:sp>
            <p:nvSpPr>
              <p:cNvPr id="9" name="Oval 8">
                <a:extLst>
                  <a:ext uri="{FF2B5EF4-FFF2-40B4-BE49-F238E27FC236}">
                    <a16:creationId xmlns:a16="http://schemas.microsoft.com/office/drawing/2014/main" id="{CBE7B368-22CD-E145-2045-6151097FCA39}"/>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86E79732-8A30-DC7F-55B3-265FFCBB63DE}"/>
                  </a:ext>
                </a:extLst>
              </p:cNvPr>
              <p:cNvCxnSpPr>
                <a:cxnSpLocks/>
                <a:stCxn id="9" idx="5"/>
                <a:endCxn id="12"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1" name="Group 10">
              <a:extLst>
                <a:ext uri="{FF2B5EF4-FFF2-40B4-BE49-F238E27FC236}">
                  <a16:creationId xmlns:a16="http://schemas.microsoft.com/office/drawing/2014/main" id="{152972DC-7AA4-B6DF-9AFA-4649EB3682CD}"/>
                </a:ext>
              </a:extLst>
            </p:cNvPr>
            <p:cNvGrpSpPr/>
            <p:nvPr/>
          </p:nvGrpSpPr>
          <p:grpSpPr>
            <a:xfrm>
              <a:off x="4048125" y="5553075"/>
              <a:ext cx="123825" cy="209550"/>
              <a:chOff x="4029075" y="5143500"/>
              <a:chExt cx="123825" cy="209550"/>
            </a:xfrm>
          </p:grpSpPr>
          <p:sp>
            <p:nvSpPr>
              <p:cNvPr id="12" name="Oval 11">
                <a:extLst>
                  <a:ext uri="{FF2B5EF4-FFF2-40B4-BE49-F238E27FC236}">
                    <a16:creationId xmlns:a16="http://schemas.microsoft.com/office/drawing/2014/main" id="{D1AB82B3-8B17-DA4F-2F46-FFF03476FE03}"/>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D25FC728-AB15-2D20-2049-CC91893C8603}"/>
                  </a:ext>
                </a:extLst>
              </p:cNvPr>
              <p:cNvCxnSpPr>
                <a:cxnSpLocks/>
                <a:stCxn id="12" idx="5"/>
                <a:endCxn id="4"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32" name="Group 31">
            <a:extLst>
              <a:ext uri="{FF2B5EF4-FFF2-40B4-BE49-F238E27FC236}">
                <a16:creationId xmlns:a16="http://schemas.microsoft.com/office/drawing/2014/main" id="{AB838D11-645B-3371-8329-4E098CEC9720}"/>
              </a:ext>
            </a:extLst>
          </p:cNvPr>
          <p:cNvGrpSpPr/>
          <p:nvPr/>
        </p:nvGrpSpPr>
        <p:grpSpPr>
          <a:xfrm>
            <a:off x="6903794" y="2695575"/>
            <a:ext cx="571500" cy="523875"/>
            <a:chOff x="5486400" y="5610225"/>
            <a:chExt cx="571500" cy="523875"/>
          </a:xfrm>
        </p:grpSpPr>
        <p:sp>
          <p:nvSpPr>
            <p:cNvPr id="14" name="Oval 13">
              <a:extLst>
                <a:ext uri="{FF2B5EF4-FFF2-40B4-BE49-F238E27FC236}">
                  <a16:creationId xmlns:a16="http://schemas.microsoft.com/office/drawing/2014/main" id="{BB74AEC3-B6A6-F94C-6510-F80E6524E8F0}"/>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5" name="Group 14">
              <a:extLst>
                <a:ext uri="{FF2B5EF4-FFF2-40B4-BE49-F238E27FC236}">
                  <a16:creationId xmlns:a16="http://schemas.microsoft.com/office/drawing/2014/main" id="{FBAB0F74-8FC4-F868-07CB-83F585DE4577}"/>
                </a:ext>
              </a:extLst>
            </p:cNvPr>
            <p:cNvGrpSpPr/>
            <p:nvPr/>
          </p:nvGrpSpPr>
          <p:grpSpPr>
            <a:xfrm>
              <a:off x="5648325" y="5610225"/>
              <a:ext cx="171450" cy="209550"/>
              <a:chOff x="4029075" y="5143500"/>
              <a:chExt cx="171450" cy="209550"/>
            </a:xfrm>
          </p:grpSpPr>
          <p:sp>
            <p:nvSpPr>
              <p:cNvPr id="16" name="Oval 15">
                <a:extLst>
                  <a:ext uri="{FF2B5EF4-FFF2-40B4-BE49-F238E27FC236}">
                    <a16:creationId xmlns:a16="http://schemas.microsoft.com/office/drawing/2014/main" id="{98DD22AC-B0FC-B6B9-4114-E057AD812C79}"/>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7" name="Straight Arrow Connector 16">
                <a:extLst>
                  <a:ext uri="{FF2B5EF4-FFF2-40B4-BE49-F238E27FC236}">
                    <a16:creationId xmlns:a16="http://schemas.microsoft.com/office/drawing/2014/main" id="{AECECE02-AD5F-5D1C-F86F-46D424F1EF39}"/>
                  </a:ext>
                </a:extLst>
              </p:cNvPr>
              <p:cNvCxnSpPr>
                <a:cxnSpLocks/>
                <a:stCxn id="16" idx="5"/>
                <a:endCxn id="19"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 name="Group 17">
              <a:extLst>
                <a:ext uri="{FF2B5EF4-FFF2-40B4-BE49-F238E27FC236}">
                  <a16:creationId xmlns:a16="http://schemas.microsoft.com/office/drawing/2014/main" id="{D324679D-7689-8695-546B-26A3F00A6C17}"/>
                </a:ext>
              </a:extLst>
            </p:cNvPr>
            <p:cNvGrpSpPr/>
            <p:nvPr/>
          </p:nvGrpSpPr>
          <p:grpSpPr>
            <a:xfrm>
              <a:off x="5724525" y="5819775"/>
              <a:ext cx="152400" cy="200025"/>
              <a:chOff x="3990975" y="5143500"/>
              <a:chExt cx="152400" cy="200025"/>
            </a:xfrm>
          </p:grpSpPr>
          <p:sp>
            <p:nvSpPr>
              <p:cNvPr id="19" name="Oval 18">
                <a:extLst>
                  <a:ext uri="{FF2B5EF4-FFF2-40B4-BE49-F238E27FC236}">
                    <a16:creationId xmlns:a16="http://schemas.microsoft.com/office/drawing/2014/main" id="{22BF414D-243F-EA5C-0FCE-D6338688352C}"/>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51935CAE-A31A-F7CE-290D-BF70C057DCAE}"/>
                  </a:ext>
                </a:extLst>
              </p:cNvPr>
              <p:cNvCxnSpPr>
                <a:cxnSpLocks/>
                <a:stCxn id="19" idx="3"/>
                <a:endCxn id="21"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1" name="Oval 20">
              <a:extLst>
                <a:ext uri="{FF2B5EF4-FFF2-40B4-BE49-F238E27FC236}">
                  <a16:creationId xmlns:a16="http://schemas.microsoft.com/office/drawing/2014/main" id="{ACE498A5-A19E-D305-00B2-CBDC5648631A}"/>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9557E5C-A3F0-5D08-509B-9DD134A6BE6D}"/>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3" name="Straight Arrow Connector 22">
              <a:extLst>
                <a:ext uri="{FF2B5EF4-FFF2-40B4-BE49-F238E27FC236}">
                  <a16:creationId xmlns:a16="http://schemas.microsoft.com/office/drawing/2014/main" id="{FA1872BB-ACD9-DD95-1755-1A0634B04E61}"/>
                </a:ext>
              </a:extLst>
            </p:cNvPr>
            <p:cNvCxnSpPr>
              <a:stCxn id="16" idx="3"/>
              <a:endCxn id="22"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EABED09-BD4C-3516-6AF1-0D87F78F81F1}"/>
                </a:ext>
              </a:extLst>
            </p:cNvPr>
            <p:cNvCxnSpPr>
              <a:stCxn id="19" idx="6"/>
              <a:endCxn id="14"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3" name="Group 32">
            <a:extLst>
              <a:ext uri="{FF2B5EF4-FFF2-40B4-BE49-F238E27FC236}">
                <a16:creationId xmlns:a16="http://schemas.microsoft.com/office/drawing/2014/main" id="{54AE74E7-964C-7A1F-1AE3-593B13717A06}"/>
              </a:ext>
            </a:extLst>
          </p:cNvPr>
          <p:cNvGrpSpPr/>
          <p:nvPr/>
        </p:nvGrpSpPr>
        <p:grpSpPr>
          <a:xfrm>
            <a:off x="5382318" y="3121889"/>
            <a:ext cx="561975" cy="447675"/>
            <a:chOff x="9191625" y="1828800"/>
            <a:chExt cx="561975" cy="447675"/>
          </a:xfrm>
        </p:grpSpPr>
        <p:sp>
          <p:nvSpPr>
            <p:cNvPr id="25" name="Oval 24">
              <a:extLst>
                <a:ext uri="{FF2B5EF4-FFF2-40B4-BE49-F238E27FC236}">
                  <a16:creationId xmlns:a16="http://schemas.microsoft.com/office/drawing/2014/main" id="{ACEC9733-440F-C966-1E56-BC7FAFD2E8BB}"/>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C8282423-B5BE-769E-BF94-7916FD9F3515}"/>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AD12048F-61B7-5BC5-F2EB-8EF35AA8B058}"/>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FAAD440-1AC5-06A1-1D9A-97F73790DB6A}"/>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68AF4FED-091F-3789-29A2-E84D40B08CDF}"/>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68869F9F-1DC9-C4A2-0BB6-973821CB9819}"/>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81200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anim calcmode="lin" valueType="num">
                                      <p:cBhvr additive="base">
                                        <p:cTn id="15" dur="500" fill="hold"/>
                                        <p:tgtEl>
                                          <p:spTgt spid="31"/>
                                        </p:tgtEl>
                                        <p:attrNameLst>
                                          <p:attrName>ppt_x</p:attrName>
                                        </p:attrNameLst>
                                      </p:cBhvr>
                                      <p:tavLst>
                                        <p:tav tm="0">
                                          <p:val>
                                            <p:strVal val="#ppt_x"/>
                                          </p:val>
                                        </p:tav>
                                        <p:tav tm="100000">
                                          <p:val>
                                            <p:strVal val="#ppt_x"/>
                                          </p:val>
                                        </p:tav>
                                      </p:tavLst>
                                    </p:anim>
                                    <p:anim calcmode="lin" valueType="num">
                                      <p:cBhvr additive="base">
                                        <p:cTn id="16"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additive="base">
                                        <p:cTn id="2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anim calcmode="lin" valueType="num">
                                      <p:cBhvr additive="base">
                                        <p:cTn id="25" dur="500" fill="hold"/>
                                        <p:tgtEl>
                                          <p:spTgt spid="32"/>
                                        </p:tgtEl>
                                        <p:attrNameLst>
                                          <p:attrName>ppt_x</p:attrName>
                                        </p:attrNameLst>
                                      </p:cBhvr>
                                      <p:tavLst>
                                        <p:tav tm="0">
                                          <p:val>
                                            <p:strVal val="#ppt_x"/>
                                          </p:val>
                                        </p:tav>
                                        <p:tav tm="100000">
                                          <p:val>
                                            <p:strVal val="#ppt_x"/>
                                          </p:val>
                                        </p:tav>
                                      </p:tavLst>
                                    </p:anim>
                                    <p:anim calcmode="lin" valueType="num">
                                      <p:cBhvr additive="base">
                                        <p:cTn id="26"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 calcmode="lin" valueType="num">
                                      <p:cBhvr additive="base">
                                        <p:cTn id="3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3"/>
                                        </p:tgtEl>
                                        <p:attrNameLst>
                                          <p:attrName>style.visibility</p:attrName>
                                        </p:attrNameLst>
                                      </p:cBhvr>
                                      <p:to>
                                        <p:strVal val="visible"/>
                                      </p:to>
                                    </p:set>
                                    <p:anim calcmode="lin" valueType="num">
                                      <p:cBhvr additive="base">
                                        <p:cTn id="35" dur="500" fill="hold"/>
                                        <p:tgtEl>
                                          <p:spTgt spid="33"/>
                                        </p:tgtEl>
                                        <p:attrNameLst>
                                          <p:attrName>ppt_x</p:attrName>
                                        </p:attrNameLst>
                                      </p:cBhvr>
                                      <p:tavLst>
                                        <p:tav tm="0">
                                          <p:val>
                                            <p:strVal val="#ppt_x"/>
                                          </p:val>
                                        </p:tav>
                                        <p:tav tm="100000">
                                          <p:val>
                                            <p:strVal val="#ppt_x"/>
                                          </p:val>
                                        </p:tav>
                                      </p:tavLst>
                                    </p:anim>
                                    <p:anim calcmode="lin" valueType="num">
                                      <p:cBhvr additive="base">
                                        <p:cTn id="36"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additive="base">
                                        <p:cTn id="4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A5B9B-2739-FCBE-1310-7187B1804113}"/>
              </a:ext>
            </a:extLst>
          </p:cNvPr>
          <p:cNvSpPr>
            <a:spLocks noGrp="1"/>
          </p:cNvSpPr>
          <p:nvPr>
            <p:ph type="title"/>
          </p:nvPr>
        </p:nvSpPr>
        <p:spPr/>
        <p:txBody>
          <a:bodyPr/>
          <a:lstStyle/>
          <a:p>
            <a:r>
              <a:rPr lang="en-GB" dirty="0"/>
              <a:t>Lists</a:t>
            </a:r>
          </a:p>
        </p:txBody>
      </p:sp>
      <p:sp>
        <p:nvSpPr>
          <p:cNvPr id="3" name="Text Placeholder 2">
            <a:extLst>
              <a:ext uri="{FF2B5EF4-FFF2-40B4-BE49-F238E27FC236}">
                <a16:creationId xmlns:a16="http://schemas.microsoft.com/office/drawing/2014/main" id="{10A04898-5F33-5E03-52C0-E07D07E34D95}"/>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27F528CF-E884-DE87-88EA-4D830D4F3B93}"/>
              </a:ext>
            </a:extLst>
          </p:cNvPr>
          <p:cNvGrpSpPr/>
          <p:nvPr/>
        </p:nvGrpSpPr>
        <p:grpSpPr>
          <a:xfrm rot="16668185">
            <a:off x="3657600" y="3667127"/>
            <a:ext cx="228600" cy="733425"/>
            <a:chOff x="4029075" y="5143500"/>
            <a:chExt cx="228600" cy="733425"/>
          </a:xfrm>
        </p:grpSpPr>
        <p:sp>
          <p:nvSpPr>
            <p:cNvPr id="5" name="Oval 4">
              <a:extLst>
                <a:ext uri="{FF2B5EF4-FFF2-40B4-BE49-F238E27FC236}">
                  <a16:creationId xmlns:a16="http://schemas.microsoft.com/office/drawing/2014/main" id="{AA588DBF-FA5C-4EBE-B481-D46AB4DF5E8F}"/>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2F2285FB-F517-2E53-249D-8F1239C60B57}"/>
                </a:ext>
              </a:extLst>
            </p:cNvPr>
            <p:cNvGrpSpPr/>
            <p:nvPr/>
          </p:nvGrpSpPr>
          <p:grpSpPr>
            <a:xfrm>
              <a:off x="4029075" y="5143500"/>
              <a:ext cx="171450" cy="209550"/>
              <a:chOff x="4029075" y="5143500"/>
              <a:chExt cx="171450" cy="209550"/>
            </a:xfrm>
          </p:grpSpPr>
          <p:sp>
            <p:nvSpPr>
              <p:cNvPr id="13" name="Oval 12">
                <a:extLst>
                  <a:ext uri="{FF2B5EF4-FFF2-40B4-BE49-F238E27FC236}">
                    <a16:creationId xmlns:a16="http://schemas.microsoft.com/office/drawing/2014/main" id="{4F13E8AB-979C-B679-8C17-B19008B41AED}"/>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Arrow Connector 13">
                <a:extLst>
                  <a:ext uri="{FF2B5EF4-FFF2-40B4-BE49-F238E27FC236}">
                    <a16:creationId xmlns:a16="http://schemas.microsoft.com/office/drawing/2014/main" id="{DB288BFC-0259-A255-5944-D14D874DEC4A}"/>
                  </a:ext>
                </a:extLst>
              </p:cNvPr>
              <p:cNvCxnSpPr>
                <a:cxnSpLocks/>
                <a:stCxn id="13" idx="5"/>
                <a:endCxn id="1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326CD197-FA79-DA94-6BC5-13363045A8F0}"/>
                </a:ext>
              </a:extLst>
            </p:cNvPr>
            <p:cNvGrpSpPr/>
            <p:nvPr/>
          </p:nvGrpSpPr>
          <p:grpSpPr>
            <a:xfrm>
              <a:off x="4105275" y="5353050"/>
              <a:ext cx="152400" cy="200025"/>
              <a:chOff x="3990975" y="5143500"/>
              <a:chExt cx="152400" cy="200025"/>
            </a:xfrm>
          </p:grpSpPr>
          <p:sp>
            <p:nvSpPr>
              <p:cNvPr id="11" name="Oval 10">
                <a:extLst>
                  <a:ext uri="{FF2B5EF4-FFF2-40B4-BE49-F238E27FC236}">
                    <a16:creationId xmlns:a16="http://schemas.microsoft.com/office/drawing/2014/main" id="{4E7B2046-9067-BDAB-BE8D-F79929E5679E}"/>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518DEDAA-792D-1299-8DE3-3C1A01A1532C}"/>
                  </a:ext>
                </a:extLst>
              </p:cNvPr>
              <p:cNvCxnSpPr>
                <a:cxnSpLocks/>
                <a:stCxn id="11" idx="5"/>
                <a:endCxn id="9"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8E564CE8-9361-82F4-F017-4EB765173D60}"/>
                </a:ext>
              </a:extLst>
            </p:cNvPr>
            <p:cNvGrpSpPr/>
            <p:nvPr/>
          </p:nvGrpSpPr>
          <p:grpSpPr>
            <a:xfrm>
              <a:off x="4048125" y="5553075"/>
              <a:ext cx="123825" cy="209550"/>
              <a:chOff x="4029075" y="5143500"/>
              <a:chExt cx="123825" cy="209550"/>
            </a:xfrm>
          </p:grpSpPr>
          <p:sp>
            <p:nvSpPr>
              <p:cNvPr id="9" name="Oval 8">
                <a:extLst>
                  <a:ext uri="{FF2B5EF4-FFF2-40B4-BE49-F238E27FC236}">
                    <a16:creationId xmlns:a16="http://schemas.microsoft.com/office/drawing/2014/main" id="{D8A67CED-649A-779A-AE61-9BD6B79C21A0}"/>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A4134593-F0F6-F4C1-C048-AD0390497B62}"/>
                  </a:ext>
                </a:extLst>
              </p:cNvPr>
              <p:cNvCxnSpPr>
                <a:cxnSpLocks/>
                <a:stCxn id="9" idx="5"/>
                <a:endCxn id="5"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398715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DA7FA-A73D-8F25-C45B-4900D346DF5E}"/>
              </a:ext>
            </a:extLst>
          </p:cNvPr>
          <p:cNvSpPr>
            <a:spLocks noGrp="1"/>
          </p:cNvSpPr>
          <p:nvPr>
            <p:ph type="title"/>
          </p:nvPr>
        </p:nvSpPr>
        <p:spPr/>
        <p:txBody>
          <a:bodyPr/>
          <a:lstStyle/>
          <a:p>
            <a:r>
              <a:rPr lang="en-GB" dirty="0"/>
              <a:t>Lists</a:t>
            </a:r>
          </a:p>
        </p:txBody>
      </p:sp>
      <p:sp>
        <p:nvSpPr>
          <p:cNvPr id="3" name="Content Placeholder 2">
            <a:extLst>
              <a:ext uri="{FF2B5EF4-FFF2-40B4-BE49-F238E27FC236}">
                <a16:creationId xmlns:a16="http://schemas.microsoft.com/office/drawing/2014/main" id="{3E51E982-757A-BA8A-482B-04600AD27F50}"/>
              </a:ext>
            </a:extLst>
          </p:cNvPr>
          <p:cNvSpPr>
            <a:spLocks noGrp="1"/>
          </p:cNvSpPr>
          <p:nvPr>
            <p:ph idx="1"/>
          </p:nvPr>
        </p:nvSpPr>
        <p:spPr/>
        <p:txBody>
          <a:bodyPr/>
          <a:lstStyle/>
          <a:p>
            <a:r>
              <a:rPr lang="en-GB" dirty="0"/>
              <a:t>A </a:t>
            </a:r>
            <a:r>
              <a:rPr lang="en-GB" b="1" dirty="0"/>
              <a:t>linear</a:t>
            </a:r>
            <a:r>
              <a:rPr lang="en-GB" dirty="0"/>
              <a:t> </a:t>
            </a:r>
            <a:r>
              <a:rPr lang="en-GB" b="1" dirty="0"/>
              <a:t>ordered</a:t>
            </a:r>
            <a:r>
              <a:rPr lang="en-GB" dirty="0"/>
              <a:t> </a:t>
            </a:r>
            <a:r>
              <a:rPr lang="en-GB" b="1" dirty="0"/>
              <a:t>collection</a:t>
            </a:r>
            <a:r>
              <a:rPr lang="en-GB" dirty="0"/>
              <a:t> of </a:t>
            </a:r>
            <a:r>
              <a:rPr lang="en-GB" b="1" dirty="0"/>
              <a:t>polymorphic</a:t>
            </a:r>
            <a:r>
              <a:rPr lang="en-GB" dirty="0"/>
              <a:t> objects</a:t>
            </a:r>
          </a:p>
          <a:p>
            <a:pPr lvl="1"/>
            <a:r>
              <a:rPr lang="en-GB" b="1" dirty="0"/>
              <a:t>Polymorphic</a:t>
            </a:r>
            <a:r>
              <a:rPr lang="en-GB" dirty="0"/>
              <a:t> – they can be different types but they have at least a common interface.</a:t>
            </a:r>
          </a:p>
          <a:p>
            <a:pPr lvl="2"/>
            <a:r>
              <a:rPr lang="en-GB" dirty="0"/>
              <a:t>e.g. can be compared with each other, or have a common method like draw() or size()</a:t>
            </a:r>
          </a:p>
          <a:p>
            <a:pPr lvl="2"/>
            <a:r>
              <a:rPr lang="en-GB" dirty="0"/>
              <a:t>In JS and many languages, could just be the object itself e.g. let p = {…}</a:t>
            </a:r>
          </a:p>
          <a:p>
            <a:pPr lvl="1"/>
            <a:r>
              <a:rPr lang="en-GB" b="1" dirty="0"/>
              <a:t>Collection</a:t>
            </a:r>
            <a:r>
              <a:rPr lang="en-GB" dirty="0"/>
              <a:t> – generic term to describe any data structure in this topic</a:t>
            </a:r>
          </a:p>
          <a:p>
            <a:pPr lvl="1"/>
            <a:r>
              <a:rPr lang="en-GB" b="1" dirty="0"/>
              <a:t>Linear</a:t>
            </a:r>
            <a:r>
              <a:rPr lang="en-GB" dirty="0"/>
              <a:t> – objects are arranged in a line, so they only have one predecessor and successor unless they are at the start and end</a:t>
            </a:r>
          </a:p>
          <a:p>
            <a:pPr lvl="1"/>
            <a:r>
              <a:rPr lang="en-GB" b="1" dirty="0"/>
              <a:t>Ordered</a:t>
            </a:r>
            <a:r>
              <a:rPr lang="en-GB" dirty="0"/>
              <a:t> – objects are arranged in order, and the order is expected to be stable.</a:t>
            </a:r>
          </a:p>
          <a:p>
            <a:pPr lvl="2"/>
            <a:endParaRPr lang="en-GB" dirty="0"/>
          </a:p>
        </p:txBody>
      </p:sp>
    </p:spTree>
    <p:extLst>
      <p:ext uri="{BB962C8B-B14F-4D97-AF65-F5344CB8AC3E}">
        <p14:creationId xmlns:p14="http://schemas.microsoft.com/office/powerpoint/2010/main" val="223492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 calcmode="lin" valueType="num">
                                      <p:cBhvr additive="base">
                                        <p:cTn id="1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7CE55-4356-D4F8-63BD-17F154054573}"/>
              </a:ext>
            </a:extLst>
          </p:cNvPr>
          <p:cNvSpPr>
            <a:spLocks noGrp="1"/>
          </p:cNvSpPr>
          <p:nvPr>
            <p:ph type="title"/>
          </p:nvPr>
        </p:nvSpPr>
        <p:spPr/>
        <p:txBody>
          <a:bodyPr/>
          <a:lstStyle/>
          <a:p>
            <a:r>
              <a:rPr lang="en-GB" dirty="0"/>
              <a:t>An array is a good choice for small lists</a:t>
            </a:r>
          </a:p>
        </p:txBody>
      </p:sp>
      <p:grpSp>
        <p:nvGrpSpPr>
          <p:cNvPr id="39" name="Group 38">
            <a:extLst>
              <a:ext uri="{FF2B5EF4-FFF2-40B4-BE49-F238E27FC236}">
                <a16:creationId xmlns:a16="http://schemas.microsoft.com/office/drawing/2014/main" id="{7AEC7742-BC31-5EC6-E9E2-A5AA7A2AC193}"/>
              </a:ext>
            </a:extLst>
          </p:cNvPr>
          <p:cNvGrpSpPr/>
          <p:nvPr/>
        </p:nvGrpSpPr>
        <p:grpSpPr>
          <a:xfrm>
            <a:off x="171450" y="2247900"/>
            <a:ext cx="1162050" cy="2647950"/>
            <a:chOff x="171450" y="2247900"/>
            <a:chExt cx="1162050" cy="2647950"/>
          </a:xfrm>
        </p:grpSpPr>
        <p:sp>
          <p:nvSpPr>
            <p:cNvPr id="31" name="Left Brace 30">
              <a:extLst>
                <a:ext uri="{FF2B5EF4-FFF2-40B4-BE49-F238E27FC236}">
                  <a16:creationId xmlns:a16="http://schemas.microsoft.com/office/drawing/2014/main" id="{D982272F-67A3-538D-FA1F-B901F98B163A}"/>
                </a:ext>
              </a:extLst>
            </p:cNvPr>
            <p:cNvSpPr/>
            <p:nvPr/>
          </p:nvSpPr>
          <p:spPr>
            <a:xfrm>
              <a:off x="1123950" y="2247900"/>
              <a:ext cx="209550" cy="26479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32" name="TextBox 31">
              <a:extLst>
                <a:ext uri="{FF2B5EF4-FFF2-40B4-BE49-F238E27FC236}">
                  <a16:creationId xmlns:a16="http://schemas.microsoft.com/office/drawing/2014/main" id="{4D1E0F94-F899-F5A7-83F5-1A98013AE909}"/>
                </a:ext>
              </a:extLst>
            </p:cNvPr>
            <p:cNvSpPr txBox="1"/>
            <p:nvPr/>
          </p:nvSpPr>
          <p:spPr>
            <a:xfrm>
              <a:off x="171450" y="3409950"/>
              <a:ext cx="990601" cy="307777"/>
            </a:xfrm>
            <a:prstGeom prst="rect">
              <a:avLst/>
            </a:prstGeom>
            <a:noFill/>
          </p:spPr>
          <p:txBody>
            <a:bodyPr wrap="square" rtlCol="0">
              <a:spAutoFit/>
            </a:bodyPr>
            <a:lstStyle/>
            <a:p>
              <a:r>
                <a:rPr lang="en-GB" sz="1400" dirty="0" err="1"/>
                <a:t>arr.length</a:t>
              </a:r>
              <a:endParaRPr lang="en-GB" sz="1400" dirty="0"/>
            </a:p>
          </p:txBody>
        </p:sp>
      </p:grpSp>
      <p:grpSp>
        <p:nvGrpSpPr>
          <p:cNvPr id="37" name="Group 36">
            <a:extLst>
              <a:ext uri="{FF2B5EF4-FFF2-40B4-BE49-F238E27FC236}">
                <a16:creationId xmlns:a16="http://schemas.microsoft.com/office/drawing/2014/main" id="{498060DE-FF17-6B59-083C-CF0ABBA8D329}"/>
              </a:ext>
            </a:extLst>
          </p:cNvPr>
          <p:cNvGrpSpPr/>
          <p:nvPr/>
        </p:nvGrpSpPr>
        <p:grpSpPr>
          <a:xfrm>
            <a:off x="3248025" y="1752600"/>
            <a:ext cx="2400300" cy="476250"/>
            <a:chOff x="3248025" y="1752600"/>
            <a:chExt cx="2400300" cy="476250"/>
          </a:xfrm>
        </p:grpSpPr>
        <p:cxnSp>
          <p:nvCxnSpPr>
            <p:cNvPr id="35" name="Straight Arrow Connector 34">
              <a:extLst>
                <a:ext uri="{FF2B5EF4-FFF2-40B4-BE49-F238E27FC236}">
                  <a16:creationId xmlns:a16="http://schemas.microsoft.com/office/drawing/2014/main" id="{DB9FDA52-BA13-A9A5-DD30-0F30AF480ABA}"/>
                </a:ext>
              </a:extLst>
            </p:cNvPr>
            <p:cNvCxnSpPr>
              <a:cxnSpLocks/>
              <a:stCxn id="36" idx="1"/>
            </p:cNvCxnSpPr>
            <p:nvPr/>
          </p:nvCxnSpPr>
          <p:spPr>
            <a:xfrm flipH="1">
              <a:off x="3248025" y="1906489"/>
              <a:ext cx="457200" cy="3223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1A65C1CE-CFA9-997B-D8D7-58E140734179}"/>
                </a:ext>
              </a:extLst>
            </p:cNvPr>
            <p:cNvSpPr txBox="1"/>
            <p:nvPr/>
          </p:nvSpPr>
          <p:spPr>
            <a:xfrm>
              <a:off x="3705225" y="1752600"/>
              <a:ext cx="1943100" cy="307777"/>
            </a:xfrm>
            <a:prstGeom prst="rect">
              <a:avLst/>
            </a:prstGeom>
            <a:noFill/>
          </p:spPr>
          <p:txBody>
            <a:bodyPr wrap="square" rtlCol="0">
              <a:spAutoFit/>
            </a:bodyPr>
            <a:lstStyle/>
            <a:p>
              <a:r>
                <a:rPr lang="en-GB" sz="1400" dirty="0"/>
                <a:t>start address of </a:t>
              </a:r>
              <a:r>
                <a:rPr lang="en-GB" sz="1400" dirty="0" err="1"/>
                <a:t>arr</a:t>
              </a:r>
              <a:endParaRPr lang="en-GB" sz="1400" dirty="0"/>
            </a:p>
          </p:txBody>
        </p:sp>
      </p:grpSp>
      <p:grpSp>
        <p:nvGrpSpPr>
          <p:cNvPr id="23" name="Group 22">
            <a:extLst>
              <a:ext uri="{FF2B5EF4-FFF2-40B4-BE49-F238E27FC236}">
                <a16:creationId xmlns:a16="http://schemas.microsoft.com/office/drawing/2014/main" id="{482F7C5F-09C2-1876-05D8-42A5B57C52B8}"/>
              </a:ext>
            </a:extLst>
          </p:cNvPr>
          <p:cNvGrpSpPr/>
          <p:nvPr/>
        </p:nvGrpSpPr>
        <p:grpSpPr>
          <a:xfrm>
            <a:off x="1589405" y="1789430"/>
            <a:ext cx="1876424" cy="3185785"/>
            <a:chOff x="1609725" y="1809750"/>
            <a:chExt cx="1876424" cy="3185785"/>
          </a:xfrm>
        </p:grpSpPr>
        <p:grpSp>
          <p:nvGrpSpPr>
            <p:cNvPr id="9" name="Group 8">
              <a:extLst>
                <a:ext uri="{FF2B5EF4-FFF2-40B4-BE49-F238E27FC236}">
                  <a16:creationId xmlns:a16="http://schemas.microsoft.com/office/drawing/2014/main" id="{255F018A-F7D0-BDAC-AFA6-D94E82367006}"/>
                </a:ext>
              </a:extLst>
            </p:cNvPr>
            <p:cNvGrpSpPr/>
            <p:nvPr/>
          </p:nvGrpSpPr>
          <p:grpSpPr>
            <a:xfrm>
              <a:off x="1609725" y="2143125"/>
              <a:ext cx="1600201" cy="261610"/>
              <a:chOff x="1657350" y="2143125"/>
              <a:chExt cx="1600201" cy="261610"/>
            </a:xfrm>
          </p:grpSpPr>
          <p:sp>
            <p:nvSpPr>
              <p:cNvPr id="5" name="Rectangle 4">
                <a:extLst>
                  <a:ext uri="{FF2B5EF4-FFF2-40B4-BE49-F238E27FC236}">
                    <a16:creationId xmlns:a16="http://schemas.microsoft.com/office/drawing/2014/main" id="{293CE2F2-998F-50BA-FB09-9B86278DDDF1}"/>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[0]</a:t>
                </a:r>
              </a:p>
            </p:txBody>
          </p:sp>
          <p:sp>
            <p:nvSpPr>
              <p:cNvPr id="6" name="TextBox 5">
                <a:extLst>
                  <a:ext uri="{FF2B5EF4-FFF2-40B4-BE49-F238E27FC236}">
                    <a16:creationId xmlns:a16="http://schemas.microsoft.com/office/drawing/2014/main" id="{431E72F2-73EE-A223-888E-6E376C71A887}"/>
                  </a:ext>
                </a:extLst>
              </p:cNvPr>
              <p:cNvSpPr txBox="1"/>
              <p:nvPr/>
            </p:nvSpPr>
            <p:spPr>
              <a:xfrm>
                <a:off x="1657350" y="2143125"/>
                <a:ext cx="904875" cy="261610"/>
              </a:xfrm>
              <a:prstGeom prst="rect">
                <a:avLst/>
              </a:prstGeom>
              <a:noFill/>
            </p:spPr>
            <p:txBody>
              <a:bodyPr wrap="square" rtlCol="0">
                <a:spAutoFit/>
              </a:bodyPr>
              <a:lstStyle/>
              <a:p>
                <a:r>
                  <a:rPr lang="en-GB" sz="1100" dirty="0"/>
                  <a:t>0x5346100</a:t>
                </a:r>
              </a:p>
            </p:txBody>
          </p:sp>
        </p:grpSp>
        <p:grpSp>
          <p:nvGrpSpPr>
            <p:cNvPr id="10" name="Group 9">
              <a:extLst>
                <a:ext uri="{FF2B5EF4-FFF2-40B4-BE49-F238E27FC236}">
                  <a16:creationId xmlns:a16="http://schemas.microsoft.com/office/drawing/2014/main" id="{80E63A42-1643-0801-4796-C503D35484F6}"/>
                </a:ext>
              </a:extLst>
            </p:cNvPr>
            <p:cNvGrpSpPr/>
            <p:nvPr/>
          </p:nvGrpSpPr>
          <p:grpSpPr>
            <a:xfrm>
              <a:off x="1609725" y="2362200"/>
              <a:ext cx="1600201" cy="261610"/>
              <a:chOff x="1657350" y="2143125"/>
              <a:chExt cx="1600201" cy="261610"/>
            </a:xfrm>
          </p:grpSpPr>
          <p:sp>
            <p:nvSpPr>
              <p:cNvPr id="11" name="Rectangle 10">
                <a:extLst>
                  <a:ext uri="{FF2B5EF4-FFF2-40B4-BE49-F238E27FC236}">
                    <a16:creationId xmlns:a16="http://schemas.microsoft.com/office/drawing/2014/main" id="{22E914E5-21EA-2B22-6879-9B33C971C3E8}"/>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[1]</a:t>
                </a:r>
              </a:p>
            </p:txBody>
          </p:sp>
          <p:sp>
            <p:nvSpPr>
              <p:cNvPr id="12" name="TextBox 11">
                <a:extLst>
                  <a:ext uri="{FF2B5EF4-FFF2-40B4-BE49-F238E27FC236}">
                    <a16:creationId xmlns:a16="http://schemas.microsoft.com/office/drawing/2014/main" id="{575C38A6-F3B1-23BE-CB90-9BC23DC96AF8}"/>
                  </a:ext>
                </a:extLst>
              </p:cNvPr>
              <p:cNvSpPr txBox="1"/>
              <p:nvPr/>
            </p:nvSpPr>
            <p:spPr>
              <a:xfrm>
                <a:off x="1657350" y="2143125"/>
                <a:ext cx="904875" cy="261610"/>
              </a:xfrm>
              <a:prstGeom prst="rect">
                <a:avLst/>
              </a:prstGeom>
              <a:noFill/>
            </p:spPr>
            <p:txBody>
              <a:bodyPr wrap="square" rtlCol="0">
                <a:spAutoFit/>
              </a:bodyPr>
              <a:lstStyle/>
              <a:p>
                <a:r>
                  <a:rPr lang="en-GB" sz="1100" dirty="0"/>
                  <a:t>0x5346104</a:t>
                </a:r>
              </a:p>
            </p:txBody>
          </p:sp>
        </p:grpSp>
        <p:grpSp>
          <p:nvGrpSpPr>
            <p:cNvPr id="13" name="Group 12">
              <a:extLst>
                <a:ext uri="{FF2B5EF4-FFF2-40B4-BE49-F238E27FC236}">
                  <a16:creationId xmlns:a16="http://schemas.microsoft.com/office/drawing/2014/main" id="{C6220258-0B2A-1425-14B6-7369FBE0C135}"/>
                </a:ext>
              </a:extLst>
            </p:cNvPr>
            <p:cNvGrpSpPr/>
            <p:nvPr/>
          </p:nvGrpSpPr>
          <p:grpSpPr>
            <a:xfrm>
              <a:off x="1609725" y="2581275"/>
              <a:ext cx="1600201" cy="261610"/>
              <a:chOff x="1657350" y="2143125"/>
              <a:chExt cx="1600201" cy="261610"/>
            </a:xfrm>
          </p:grpSpPr>
          <p:sp>
            <p:nvSpPr>
              <p:cNvPr id="14" name="Rectangle 13">
                <a:extLst>
                  <a:ext uri="{FF2B5EF4-FFF2-40B4-BE49-F238E27FC236}">
                    <a16:creationId xmlns:a16="http://schemas.microsoft.com/office/drawing/2014/main" id="{03F176AD-17C4-1020-43E9-8C7F45A04E25}"/>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[2]</a:t>
                </a:r>
              </a:p>
            </p:txBody>
          </p:sp>
          <p:sp>
            <p:nvSpPr>
              <p:cNvPr id="15" name="TextBox 14">
                <a:extLst>
                  <a:ext uri="{FF2B5EF4-FFF2-40B4-BE49-F238E27FC236}">
                    <a16:creationId xmlns:a16="http://schemas.microsoft.com/office/drawing/2014/main" id="{7241E08E-5DDF-C2C0-1660-D4A182A3FD67}"/>
                  </a:ext>
                </a:extLst>
              </p:cNvPr>
              <p:cNvSpPr txBox="1"/>
              <p:nvPr/>
            </p:nvSpPr>
            <p:spPr>
              <a:xfrm>
                <a:off x="1657350" y="2143125"/>
                <a:ext cx="904875" cy="261610"/>
              </a:xfrm>
              <a:prstGeom prst="rect">
                <a:avLst/>
              </a:prstGeom>
              <a:noFill/>
            </p:spPr>
            <p:txBody>
              <a:bodyPr wrap="square" rtlCol="0">
                <a:spAutoFit/>
              </a:bodyPr>
              <a:lstStyle/>
              <a:p>
                <a:r>
                  <a:rPr lang="en-GB" sz="1100" dirty="0"/>
                  <a:t>0x5346108</a:t>
                </a:r>
              </a:p>
            </p:txBody>
          </p:sp>
        </p:grpSp>
        <p:grpSp>
          <p:nvGrpSpPr>
            <p:cNvPr id="16" name="Group 15">
              <a:extLst>
                <a:ext uri="{FF2B5EF4-FFF2-40B4-BE49-F238E27FC236}">
                  <a16:creationId xmlns:a16="http://schemas.microsoft.com/office/drawing/2014/main" id="{40678641-A6CA-F2B6-36AC-AAEEE4627126}"/>
                </a:ext>
              </a:extLst>
            </p:cNvPr>
            <p:cNvGrpSpPr/>
            <p:nvPr/>
          </p:nvGrpSpPr>
          <p:grpSpPr>
            <a:xfrm>
              <a:off x="1609725" y="2800350"/>
              <a:ext cx="1600201" cy="261610"/>
              <a:chOff x="1657350" y="2143125"/>
              <a:chExt cx="1600201" cy="261610"/>
            </a:xfrm>
          </p:grpSpPr>
          <p:sp>
            <p:nvSpPr>
              <p:cNvPr id="17" name="Rectangle 16">
                <a:extLst>
                  <a:ext uri="{FF2B5EF4-FFF2-40B4-BE49-F238E27FC236}">
                    <a16:creationId xmlns:a16="http://schemas.microsoft.com/office/drawing/2014/main" id="{58F5F45D-05C9-F238-E6CA-DC39F6A3DE16}"/>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[3]</a:t>
                </a:r>
              </a:p>
            </p:txBody>
          </p:sp>
          <p:sp>
            <p:nvSpPr>
              <p:cNvPr id="18" name="TextBox 17">
                <a:extLst>
                  <a:ext uri="{FF2B5EF4-FFF2-40B4-BE49-F238E27FC236}">
                    <a16:creationId xmlns:a16="http://schemas.microsoft.com/office/drawing/2014/main" id="{7B5C6D75-03AD-9FE2-018C-BF0000E16F70}"/>
                  </a:ext>
                </a:extLst>
              </p:cNvPr>
              <p:cNvSpPr txBox="1"/>
              <p:nvPr/>
            </p:nvSpPr>
            <p:spPr>
              <a:xfrm>
                <a:off x="1657350" y="2143125"/>
                <a:ext cx="904875" cy="261610"/>
              </a:xfrm>
              <a:prstGeom prst="rect">
                <a:avLst/>
              </a:prstGeom>
              <a:noFill/>
            </p:spPr>
            <p:txBody>
              <a:bodyPr wrap="square" rtlCol="0">
                <a:spAutoFit/>
              </a:bodyPr>
              <a:lstStyle/>
              <a:p>
                <a:r>
                  <a:rPr lang="en-GB" sz="1100" dirty="0"/>
                  <a:t>0x534610C</a:t>
                </a:r>
              </a:p>
            </p:txBody>
          </p:sp>
        </p:grpSp>
        <p:grpSp>
          <p:nvGrpSpPr>
            <p:cNvPr id="19" name="Group 18">
              <a:extLst>
                <a:ext uri="{FF2B5EF4-FFF2-40B4-BE49-F238E27FC236}">
                  <a16:creationId xmlns:a16="http://schemas.microsoft.com/office/drawing/2014/main" id="{7FDAAAB3-C4A2-5A19-4456-BF1063808CFF}"/>
                </a:ext>
              </a:extLst>
            </p:cNvPr>
            <p:cNvGrpSpPr/>
            <p:nvPr/>
          </p:nvGrpSpPr>
          <p:grpSpPr>
            <a:xfrm>
              <a:off x="1609725" y="4733925"/>
              <a:ext cx="1600201" cy="261610"/>
              <a:chOff x="1657350" y="2143125"/>
              <a:chExt cx="1600201" cy="261610"/>
            </a:xfrm>
          </p:grpSpPr>
          <p:sp>
            <p:nvSpPr>
              <p:cNvPr id="20" name="Rectangle 19">
                <a:extLst>
                  <a:ext uri="{FF2B5EF4-FFF2-40B4-BE49-F238E27FC236}">
                    <a16:creationId xmlns:a16="http://schemas.microsoft.com/office/drawing/2014/main" id="{12C2656F-32E6-B44C-1DA1-5CB914F259FB}"/>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a:t>
                </a:r>
              </a:p>
            </p:txBody>
          </p:sp>
          <p:sp>
            <p:nvSpPr>
              <p:cNvPr id="21" name="TextBox 20">
                <a:extLst>
                  <a:ext uri="{FF2B5EF4-FFF2-40B4-BE49-F238E27FC236}">
                    <a16:creationId xmlns:a16="http://schemas.microsoft.com/office/drawing/2014/main" id="{66BDC85D-7325-2A2E-F1D3-F1D1BE6A9A94}"/>
                  </a:ext>
                </a:extLst>
              </p:cNvPr>
              <p:cNvSpPr txBox="1"/>
              <p:nvPr/>
            </p:nvSpPr>
            <p:spPr>
              <a:xfrm>
                <a:off x="1657350" y="2143125"/>
                <a:ext cx="904875" cy="261610"/>
              </a:xfrm>
              <a:prstGeom prst="rect">
                <a:avLst/>
              </a:prstGeom>
              <a:noFill/>
            </p:spPr>
            <p:txBody>
              <a:bodyPr wrap="square" rtlCol="0">
                <a:spAutoFit/>
              </a:bodyPr>
              <a:lstStyle/>
              <a:p>
                <a:r>
                  <a:rPr lang="en-GB" sz="1100" dirty="0"/>
                  <a:t>0x53…</a:t>
                </a:r>
              </a:p>
            </p:txBody>
          </p:sp>
        </p:grpSp>
        <p:cxnSp>
          <p:nvCxnSpPr>
            <p:cNvPr id="25" name="Straight Connector 24">
              <a:extLst>
                <a:ext uri="{FF2B5EF4-FFF2-40B4-BE49-F238E27FC236}">
                  <a16:creationId xmlns:a16="http://schemas.microsoft.com/office/drawing/2014/main" id="{75985AD1-DAA1-8E14-010A-C3C59604B56C}"/>
                </a:ext>
              </a:extLst>
            </p:cNvPr>
            <p:cNvCxnSpPr/>
            <p:nvPr/>
          </p:nvCxnSpPr>
          <p:spPr>
            <a:xfrm>
              <a:off x="2809875" y="3133725"/>
              <a:ext cx="0" cy="154305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10C57AA1-F049-C5ED-FDBB-A065B37E2B3E}"/>
                </a:ext>
              </a:extLst>
            </p:cNvPr>
            <p:cNvCxnSpPr/>
            <p:nvPr/>
          </p:nvCxnSpPr>
          <p:spPr>
            <a:xfrm>
              <a:off x="2095500" y="3095625"/>
              <a:ext cx="0" cy="154305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410AA166-269A-7A23-C84C-A7503EC9013F}"/>
                </a:ext>
              </a:extLst>
            </p:cNvPr>
            <p:cNvGrpSpPr/>
            <p:nvPr/>
          </p:nvGrpSpPr>
          <p:grpSpPr>
            <a:xfrm>
              <a:off x="1619250" y="1809750"/>
              <a:ext cx="1866899" cy="261610"/>
              <a:chOff x="1657350" y="2143125"/>
              <a:chExt cx="1229958" cy="261610"/>
            </a:xfrm>
          </p:grpSpPr>
          <p:sp>
            <p:nvSpPr>
              <p:cNvPr id="29" name="Rectangle 28">
                <a:extLst>
                  <a:ext uri="{FF2B5EF4-FFF2-40B4-BE49-F238E27FC236}">
                    <a16:creationId xmlns:a16="http://schemas.microsoft.com/office/drawing/2014/main" id="{184DA0BC-B569-9F82-9266-16A7EC3CB1BC}"/>
                  </a:ext>
                </a:extLst>
              </p:cNvPr>
              <p:cNvSpPr/>
              <p:nvPr/>
            </p:nvSpPr>
            <p:spPr>
              <a:xfrm>
                <a:off x="2087208" y="2190750"/>
                <a:ext cx="800100" cy="1809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solidFill>
                      <a:schemeClr val="tx1"/>
                    </a:solidFill>
                  </a:rPr>
                  <a:t>Word of memory</a:t>
                </a:r>
              </a:p>
            </p:txBody>
          </p:sp>
          <p:sp>
            <p:nvSpPr>
              <p:cNvPr id="30" name="TextBox 29">
                <a:extLst>
                  <a:ext uri="{FF2B5EF4-FFF2-40B4-BE49-F238E27FC236}">
                    <a16:creationId xmlns:a16="http://schemas.microsoft.com/office/drawing/2014/main" id="{E7875519-6F20-DB9B-9538-F11DCC70CB58}"/>
                  </a:ext>
                </a:extLst>
              </p:cNvPr>
              <p:cNvSpPr txBox="1"/>
              <p:nvPr/>
            </p:nvSpPr>
            <p:spPr>
              <a:xfrm>
                <a:off x="1657350" y="2143125"/>
                <a:ext cx="904875" cy="261610"/>
              </a:xfrm>
              <a:prstGeom prst="rect">
                <a:avLst/>
              </a:prstGeom>
              <a:noFill/>
            </p:spPr>
            <p:txBody>
              <a:bodyPr wrap="square" rtlCol="0">
                <a:spAutoFit/>
              </a:bodyPr>
              <a:lstStyle/>
              <a:p>
                <a:r>
                  <a:rPr lang="en-GB" sz="1100" dirty="0"/>
                  <a:t>address</a:t>
                </a:r>
              </a:p>
            </p:txBody>
          </p:sp>
        </p:grpSp>
        <p:grpSp>
          <p:nvGrpSpPr>
            <p:cNvPr id="50" name="Group 49">
              <a:extLst>
                <a:ext uri="{FF2B5EF4-FFF2-40B4-BE49-F238E27FC236}">
                  <a16:creationId xmlns:a16="http://schemas.microsoft.com/office/drawing/2014/main" id="{3BB1D21B-437D-52A9-264A-C25E170FB532}"/>
                </a:ext>
              </a:extLst>
            </p:cNvPr>
            <p:cNvGrpSpPr/>
            <p:nvPr/>
          </p:nvGrpSpPr>
          <p:grpSpPr>
            <a:xfrm>
              <a:off x="1609725" y="3990975"/>
              <a:ext cx="1600201" cy="261610"/>
              <a:chOff x="1657350" y="2143125"/>
              <a:chExt cx="1600201" cy="261610"/>
            </a:xfrm>
          </p:grpSpPr>
          <p:sp>
            <p:nvSpPr>
              <p:cNvPr id="51" name="Rectangle 50">
                <a:extLst>
                  <a:ext uri="{FF2B5EF4-FFF2-40B4-BE49-F238E27FC236}">
                    <a16:creationId xmlns:a16="http://schemas.microsoft.com/office/drawing/2014/main" id="{40FCCEF6-7E55-7F53-A31A-F0F3F68E1DA8}"/>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[N]</a:t>
                </a:r>
              </a:p>
            </p:txBody>
          </p:sp>
          <p:sp>
            <p:nvSpPr>
              <p:cNvPr id="52" name="TextBox 51">
                <a:extLst>
                  <a:ext uri="{FF2B5EF4-FFF2-40B4-BE49-F238E27FC236}">
                    <a16:creationId xmlns:a16="http://schemas.microsoft.com/office/drawing/2014/main" id="{E9217DFA-A203-CFC3-C68B-0A0769EDC3FC}"/>
                  </a:ext>
                </a:extLst>
              </p:cNvPr>
              <p:cNvSpPr txBox="1"/>
              <p:nvPr/>
            </p:nvSpPr>
            <p:spPr>
              <a:xfrm>
                <a:off x="1657350" y="2143125"/>
                <a:ext cx="904875" cy="261610"/>
              </a:xfrm>
              <a:prstGeom prst="rect">
                <a:avLst/>
              </a:prstGeom>
              <a:noFill/>
            </p:spPr>
            <p:txBody>
              <a:bodyPr wrap="square" rtlCol="0">
                <a:spAutoFit/>
              </a:bodyPr>
              <a:lstStyle/>
              <a:p>
                <a:r>
                  <a:rPr lang="en-GB" sz="1100" dirty="0"/>
                  <a:t>0x53…</a:t>
                </a:r>
              </a:p>
            </p:txBody>
          </p:sp>
        </p:grpSp>
      </p:grpSp>
      <p:sp>
        <p:nvSpPr>
          <p:cNvPr id="55" name="TextBox 54">
            <a:extLst>
              <a:ext uri="{FF2B5EF4-FFF2-40B4-BE49-F238E27FC236}">
                <a16:creationId xmlns:a16="http://schemas.microsoft.com/office/drawing/2014/main" id="{CBA8CAB1-961C-0608-A9B6-80F779836B13}"/>
              </a:ext>
            </a:extLst>
          </p:cNvPr>
          <p:cNvSpPr txBox="1"/>
          <p:nvPr/>
        </p:nvSpPr>
        <p:spPr>
          <a:xfrm>
            <a:off x="5981700" y="3848100"/>
            <a:ext cx="5105400" cy="923330"/>
          </a:xfrm>
          <a:prstGeom prst="rect">
            <a:avLst/>
          </a:prstGeom>
          <a:noFill/>
        </p:spPr>
        <p:txBody>
          <a:bodyPr wrap="square" rtlCol="0">
            <a:spAutoFit/>
          </a:bodyPr>
          <a:lstStyle/>
          <a:p>
            <a:r>
              <a:rPr lang="en-GB" b="1" dirty="0"/>
              <a:t>Random Access  </a:t>
            </a:r>
            <a:r>
              <a:rPr lang="en-GB" dirty="0"/>
              <a:t>- means accessed </a:t>
            </a:r>
            <a:r>
              <a:rPr lang="en-GB" b="1" dirty="0"/>
              <a:t>directly</a:t>
            </a:r>
            <a:r>
              <a:rPr lang="en-GB" dirty="0"/>
              <a:t> by calculating the memory position once, rather than by following a sequence of links.</a:t>
            </a:r>
          </a:p>
        </p:txBody>
      </p:sp>
      <p:sp>
        <p:nvSpPr>
          <p:cNvPr id="57" name="TextBox 56">
            <a:extLst>
              <a:ext uri="{FF2B5EF4-FFF2-40B4-BE49-F238E27FC236}">
                <a16:creationId xmlns:a16="http://schemas.microsoft.com/office/drawing/2014/main" id="{F6D10989-A71A-65C8-4291-5C0C9B9DE433}"/>
              </a:ext>
            </a:extLst>
          </p:cNvPr>
          <p:cNvSpPr txBox="1"/>
          <p:nvPr/>
        </p:nvSpPr>
        <p:spPr>
          <a:xfrm>
            <a:off x="5657850" y="4967585"/>
            <a:ext cx="6096000" cy="1200329"/>
          </a:xfrm>
          <a:prstGeom prst="rect">
            <a:avLst/>
          </a:prstGeom>
          <a:noFill/>
        </p:spPr>
        <p:txBody>
          <a:bodyPr wrap="square">
            <a:spAutoFit/>
          </a:bodyPr>
          <a:lstStyle/>
          <a:p>
            <a:r>
              <a:rPr lang="en-GB" dirty="0"/>
              <a:t>Elements are </a:t>
            </a:r>
            <a:r>
              <a:rPr lang="en-GB" b="1" dirty="0"/>
              <a:t>contiguous</a:t>
            </a:r>
            <a:r>
              <a:rPr lang="en-GB" dirty="0"/>
              <a:t> - placed next to each other in memory, no gaps, so likely to be on the same page of memory. If everything is on the same page, there is no additional overhead from having to switch pages in memory</a:t>
            </a:r>
          </a:p>
        </p:txBody>
      </p:sp>
      <p:sp>
        <p:nvSpPr>
          <p:cNvPr id="3" name="TextBox 2">
            <a:extLst>
              <a:ext uri="{FF2B5EF4-FFF2-40B4-BE49-F238E27FC236}">
                <a16:creationId xmlns:a16="http://schemas.microsoft.com/office/drawing/2014/main" id="{3BD7BF25-F764-912C-FD90-0FB129921EFE}"/>
              </a:ext>
            </a:extLst>
          </p:cNvPr>
          <p:cNvSpPr txBox="1"/>
          <p:nvPr/>
        </p:nvSpPr>
        <p:spPr>
          <a:xfrm>
            <a:off x="1228724" y="1400175"/>
            <a:ext cx="3476625" cy="369332"/>
          </a:xfrm>
          <a:prstGeom prst="rect">
            <a:avLst/>
          </a:prstGeom>
          <a:noFill/>
        </p:spPr>
        <p:txBody>
          <a:bodyPr wrap="square" rtlCol="0">
            <a:spAutoFit/>
          </a:bodyPr>
          <a:lstStyle/>
          <a:p>
            <a:r>
              <a:rPr lang="en-GB" dirty="0"/>
              <a:t>Diagram of Computer Memory </a:t>
            </a:r>
          </a:p>
        </p:txBody>
      </p:sp>
      <p:sp>
        <p:nvSpPr>
          <p:cNvPr id="4" name="TextBox 3">
            <a:extLst>
              <a:ext uri="{FF2B5EF4-FFF2-40B4-BE49-F238E27FC236}">
                <a16:creationId xmlns:a16="http://schemas.microsoft.com/office/drawing/2014/main" id="{3F8A44E0-F0B7-E1D8-BF53-FA1B1CC3AB6F}"/>
              </a:ext>
            </a:extLst>
          </p:cNvPr>
          <p:cNvSpPr txBox="1"/>
          <p:nvPr/>
        </p:nvSpPr>
        <p:spPr>
          <a:xfrm>
            <a:off x="847725" y="5200650"/>
            <a:ext cx="3343275" cy="738664"/>
          </a:xfrm>
          <a:prstGeom prst="rect">
            <a:avLst/>
          </a:prstGeom>
          <a:noFill/>
        </p:spPr>
        <p:txBody>
          <a:bodyPr wrap="square" rtlCol="0">
            <a:spAutoFit/>
          </a:bodyPr>
          <a:lstStyle/>
          <a:p>
            <a:r>
              <a:rPr lang="en-GB" sz="1400" dirty="0"/>
              <a:t>Computer memory is organised into </a:t>
            </a:r>
            <a:r>
              <a:rPr lang="en-GB" sz="1400" b="1" dirty="0"/>
              <a:t>words</a:t>
            </a:r>
            <a:r>
              <a:rPr lang="en-GB" sz="1400" dirty="0"/>
              <a:t> which are accessed using an </a:t>
            </a:r>
            <a:r>
              <a:rPr lang="en-GB" sz="1400" b="1" dirty="0"/>
              <a:t>address</a:t>
            </a:r>
          </a:p>
        </p:txBody>
      </p:sp>
      <p:grpSp>
        <p:nvGrpSpPr>
          <p:cNvPr id="41" name="Group 40">
            <a:extLst>
              <a:ext uri="{FF2B5EF4-FFF2-40B4-BE49-F238E27FC236}">
                <a16:creationId xmlns:a16="http://schemas.microsoft.com/office/drawing/2014/main" id="{229E4707-854C-C5DB-B388-1F435AE08194}"/>
              </a:ext>
            </a:extLst>
          </p:cNvPr>
          <p:cNvGrpSpPr/>
          <p:nvPr/>
        </p:nvGrpSpPr>
        <p:grpSpPr>
          <a:xfrm>
            <a:off x="3189606" y="1428750"/>
            <a:ext cx="4963794" cy="1555552"/>
            <a:chOff x="3189606" y="1428750"/>
            <a:chExt cx="4963794" cy="1555552"/>
          </a:xfrm>
        </p:grpSpPr>
        <p:cxnSp>
          <p:nvCxnSpPr>
            <p:cNvPr id="44" name="Connector: Elbow 43">
              <a:extLst>
                <a:ext uri="{FF2B5EF4-FFF2-40B4-BE49-F238E27FC236}">
                  <a16:creationId xmlns:a16="http://schemas.microsoft.com/office/drawing/2014/main" id="{9FB18C22-6FD6-1C52-155D-4093A3B67211}"/>
                </a:ext>
              </a:extLst>
            </p:cNvPr>
            <p:cNvCxnSpPr>
              <a:cxnSpLocks/>
              <a:stCxn id="11" idx="3"/>
              <a:endCxn id="14" idx="3"/>
            </p:cNvCxnSpPr>
            <p:nvPr/>
          </p:nvCxnSpPr>
          <p:spPr>
            <a:xfrm>
              <a:off x="3189606" y="2470468"/>
              <a:ext cx="12700" cy="219075"/>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1EE69E04-A5D4-167F-C64A-DD6C930F3A72}"/>
                </a:ext>
              </a:extLst>
            </p:cNvPr>
            <p:cNvSpPr txBox="1"/>
            <p:nvPr/>
          </p:nvSpPr>
          <p:spPr>
            <a:xfrm>
              <a:off x="3200399" y="2676525"/>
              <a:ext cx="2228851" cy="307777"/>
            </a:xfrm>
            <a:prstGeom prst="rect">
              <a:avLst/>
            </a:prstGeom>
            <a:noFill/>
          </p:spPr>
          <p:txBody>
            <a:bodyPr wrap="square" rtlCol="0">
              <a:spAutoFit/>
            </a:bodyPr>
            <a:lstStyle/>
            <a:p>
              <a:r>
                <a:rPr lang="en-GB" sz="1400" dirty="0"/>
                <a:t>next is just address + 1</a:t>
              </a:r>
            </a:p>
          </p:txBody>
        </p:sp>
        <p:sp>
          <p:nvSpPr>
            <p:cNvPr id="7" name="TextBox 6">
              <a:extLst>
                <a:ext uri="{FF2B5EF4-FFF2-40B4-BE49-F238E27FC236}">
                  <a16:creationId xmlns:a16="http://schemas.microsoft.com/office/drawing/2014/main" id="{0F25FC0B-65A3-CD63-3B0E-372228CB86E1}"/>
                </a:ext>
              </a:extLst>
            </p:cNvPr>
            <p:cNvSpPr txBox="1"/>
            <p:nvPr/>
          </p:nvSpPr>
          <p:spPr>
            <a:xfrm>
              <a:off x="5981700" y="1428750"/>
              <a:ext cx="2171700" cy="1323975"/>
            </a:xfrm>
            <a:prstGeom prst="wedgeEllipseCallout">
              <a:avLst>
                <a:gd name="adj1" fmla="val -164037"/>
                <a:gd name="adj2" fmla="val 40690"/>
              </a:avLst>
            </a:prstGeom>
            <a:noFill/>
            <a:ln>
              <a:solidFill>
                <a:schemeClr val="accent1"/>
              </a:solidFill>
            </a:ln>
          </p:spPr>
          <p:txBody>
            <a:bodyPr wrap="square" rtlCol="0">
              <a:spAutoFit/>
            </a:bodyPr>
            <a:lstStyle/>
            <a:p>
              <a:r>
                <a:rPr lang="en-GB" dirty="0"/>
                <a:t>I want the next object after this one</a:t>
              </a:r>
            </a:p>
          </p:txBody>
        </p:sp>
      </p:grpSp>
      <p:grpSp>
        <p:nvGrpSpPr>
          <p:cNvPr id="40" name="Group 39">
            <a:extLst>
              <a:ext uri="{FF2B5EF4-FFF2-40B4-BE49-F238E27FC236}">
                <a16:creationId xmlns:a16="http://schemas.microsoft.com/office/drawing/2014/main" id="{A0CB452A-7B45-ED2E-1F6B-1833843F2786}"/>
              </a:ext>
            </a:extLst>
          </p:cNvPr>
          <p:cNvGrpSpPr/>
          <p:nvPr/>
        </p:nvGrpSpPr>
        <p:grpSpPr>
          <a:xfrm>
            <a:off x="3152775" y="1562100"/>
            <a:ext cx="7419975" cy="2850952"/>
            <a:chOff x="3152775" y="1562100"/>
            <a:chExt cx="7419975" cy="2850952"/>
          </a:xfrm>
        </p:grpSpPr>
        <p:cxnSp>
          <p:nvCxnSpPr>
            <p:cNvPr id="38" name="Connector: Elbow 37">
              <a:extLst>
                <a:ext uri="{FF2B5EF4-FFF2-40B4-BE49-F238E27FC236}">
                  <a16:creationId xmlns:a16="http://schemas.microsoft.com/office/drawing/2014/main" id="{1BD442C2-CFA9-731F-F6E3-5DB8A09DD6C8}"/>
                </a:ext>
              </a:extLst>
            </p:cNvPr>
            <p:cNvCxnSpPr>
              <a:cxnSpLocks/>
              <a:stCxn id="5" idx="3"/>
              <a:endCxn id="51" idx="3"/>
            </p:cNvCxnSpPr>
            <p:nvPr/>
          </p:nvCxnSpPr>
          <p:spPr>
            <a:xfrm>
              <a:off x="3189606" y="2251393"/>
              <a:ext cx="12700" cy="1847850"/>
            </a:xfrm>
            <a:prstGeom prst="bentConnector3">
              <a:avLst>
                <a:gd name="adj1" fmla="val 748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C0A75E5-5A8C-825B-F523-AC6BA0E9FC54}"/>
                </a:ext>
              </a:extLst>
            </p:cNvPr>
            <p:cNvSpPr txBox="1"/>
            <p:nvPr/>
          </p:nvSpPr>
          <p:spPr>
            <a:xfrm>
              <a:off x="3152775" y="4105275"/>
              <a:ext cx="2533650" cy="307777"/>
            </a:xfrm>
            <a:prstGeom prst="rect">
              <a:avLst/>
            </a:prstGeom>
            <a:noFill/>
          </p:spPr>
          <p:txBody>
            <a:bodyPr wrap="square" rtlCol="0">
              <a:spAutoFit/>
            </a:bodyPr>
            <a:lstStyle/>
            <a:p>
              <a:r>
                <a:rPr lang="en-GB" sz="1400" dirty="0" err="1"/>
                <a:t>arr</a:t>
              </a:r>
              <a:r>
                <a:rPr lang="en-GB" sz="1400" dirty="0"/>
                <a:t>[N] is at start + N</a:t>
              </a:r>
            </a:p>
          </p:txBody>
        </p:sp>
        <p:sp>
          <p:nvSpPr>
            <p:cNvPr id="8" name="Speech Bubble: Oval 7">
              <a:extLst>
                <a:ext uri="{FF2B5EF4-FFF2-40B4-BE49-F238E27FC236}">
                  <a16:creationId xmlns:a16="http://schemas.microsoft.com/office/drawing/2014/main" id="{AAFA7927-0C36-992F-F907-6BCA4AD194E8}"/>
                </a:ext>
              </a:extLst>
            </p:cNvPr>
            <p:cNvSpPr/>
            <p:nvPr/>
          </p:nvSpPr>
          <p:spPr>
            <a:xfrm>
              <a:off x="8572500" y="1562100"/>
              <a:ext cx="2000250" cy="1800225"/>
            </a:xfrm>
            <a:prstGeom prst="wedgeEllipseCallout">
              <a:avLst>
                <a:gd name="adj1" fmla="val -267030"/>
                <a:gd name="adj2" fmla="val 91832"/>
              </a:avLst>
            </a:prstGeom>
            <a:no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 want the object at N</a:t>
              </a:r>
            </a:p>
          </p:txBody>
        </p:sp>
      </p:grpSp>
    </p:spTree>
    <p:extLst>
      <p:ext uri="{BB962C8B-B14F-4D97-AF65-F5344CB8AC3E}">
        <p14:creationId xmlns:p14="http://schemas.microsoft.com/office/powerpoint/2010/main" val="3665367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anim calcmode="lin" valueType="num">
                                      <p:cBhvr additive="base">
                                        <p:cTn id="11" dur="500" fill="hold"/>
                                        <p:tgtEl>
                                          <p:spTgt spid="23"/>
                                        </p:tgtEl>
                                        <p:attrNameLst>
                                          <p:attrName>ppt_x</p:attrName>
                                        </p:attrNameLst>
                                      </p:cBhvr>
                                      <p:tavLst>
                                        <p:tav tm="0">
                                          <p:val>
                                            <p:strVal val="#ppt_x"/>
                                          </p:val>
                                        </p:tav>
                                        <p:tav tm="100000">
                                          <p:val>
                                            <p:strVal val="#ppt_x"/>
                                          </p:val>
                                        </p:tav>
                                      </p:tavLst>
                                    </p:anim>
                                    <p:anim calcmode="lin" valueType="num">
                                      <p:cBhvr additive="base">
                                        <p:cTn id="12"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 calcmode="lin" valueType="num">
                                      <p:cBhvr additive="base">
                                        <p:cTn id="23" dur="500" fill="hold"/>
                                        <p:tgtEl>
                                          <p:spTgt spid="37"/>
                                        </p:tgtEl>
                                        <p:attrNameLst>
                                          <p:attrName>ppt_x</p:attrName>
                                        </p:attrNameLst>
                                      </p:cBhvr>
                                      <p:tavLst>
                                        <p:tav tm="0">
                                          <p:val>
                                            <p:strVal val="#ppt_x"/>
                                          </p:val>
                                        </p:tav>
                                        <p:tav tm="100000">
                                          <p:val>
                                            <p:strVal val="#ppt_x"/>
                                          </p:val>
                                        </p:tav>
                                      </p:tavLst>
                                    </p:anim>
                                    <p:anim calcmode="lin" valueType="num">
                                      <p:cBhvr additive="base">
                                        <p:cTn id="24"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anim calcmode="lin" valueType="num">
                                      <p:cBhvr additive="base">
                                        <p:cTn id="29" dur="500" fill="hold"/>
                                        <p:tgtEl>
                                          <p:spTgt spid="39"/>
                                        </p:tgtEl>
                                        <p:attrNameLst>
                                          <p:attrName>ppt_x</p:attrName>
                                        </p:attrNameLst>
                                      </p:cBhvr>
                                      <p:tavLst>
                                        <p:tav tm="0">
                                          <p:val>
                                            <p:strVal val="#ppt_x"/>
                                          </p:val>
                                        </p:tav>
                                        <p:tav tm="100000">
                                          <p:val>
                                            <p:strVal val="#ppt_x"/>
                                          </p:val>
                                        </p:tav>
                                      </p:tavLst>
                                    </p:anim>
                                    <p:anim calcmode="lin" valueType="num">
                                      <p:cBhvr additive="base">
                                        <p:cTn id="30" dur="500" fill="hold"/>
                                        <p:tgtEl>
                                          <p:spTgt spid="39"/>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40"/>
                                        </p:tgtEl>
                                        <p:attrNameLst>
                                          <p:attrName>style.visibility</p:attrName>
                                        </p:attrNameLst>
                                      </p:cBhvr>
                                      <p:to>
                                        <p:strVal val="visible"/>
                                      </p:to>
                                    </p:set>
                                    <p:anim calcmode="lin" valueType="num">
                                      <p:cBhvr additive="base">
                                        <p:cTn id="35" dur="500" fill="hold"/>
                                        <p:tgtEl>
                                          <p:spTgt spid="40"/>
                                        </p:tgtEl>
                                        <p:attrNameLst>
                                          <p:attrName>ppt_x</p:attrName>
                                        </p:attrNameLst>
                                      </p:cBhvr>
                                      <p:tavLst>
                                        <p:tav tm="0">
                                          <p:val>
                                            <p:strVal val="#ppt_x"/>
                                          </p:val>
                                        </p:tav>
                                        <p:tav tm="100000">
                                          <p:val>
                                            <p:strVal val="#ppt_x"/>
                                          </p:val>
                                        </p:tav>
                                      </p:tavLst>
                                    </p:anim>
                                    <p:anim calcmode="lin" valueType="num">
                                      <p:cBhvr additive="base">
                                        <p:cTn id="36"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5"/>
                                        </p:tgtEl>
                                        <p:attrNameLst>
                                          <p:attrName>style.visibility</p:attrName>
                                        </p:attrNameLst>
                                      </p:cBhvr>
                                      <p:to>
                                        <p:strVal val="visible"/>
                                      </p:to>
                                    </p:set>
                                    <p:anim calcmode="lin" valueType="num">
                                      <p:cBhvr additive="base">
                                        <p:cTn id="41" dur="500" fill="hold"/>
                                        <p:tgtEl>
                                          <p:spTgt spid="55"/>
                                        </p:tgtEl>
                                        <p:attrNameLst>
                                          <p:attrName>ppt_x</p:attrName>
                                        </p:attrNameLst>
                                      </p:cBhvr>
                                      <p:tavLst>
                                        <p:tav tm="0">
                                          <p:val>
                                            <p:strVal val="#ppt_x"/>
                                          </p:val>
                                        </p:tav>
                                        <p:tav tm="100000">
                                          <p:val>
                                            <p:strVal val="#ppt_x"/>
                                          </p:val>
                                        </p:tav>
                                      </p:tavLst>
                                    </p:anim>
                                    <p:anim calcmode="lin" valueType="num">
                                      <p:cBhvr additive="base">
                                        <p:cTn id="42" dur="500" fill="hold"/>
                                        <p:tgtEl>
                                          <p:spTgt spid="55"/>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41"/>
                                        </p:tgtEl>
                                        <p:attrNameLst>
                                          <p:attrName>style.visibility</p:attrName>
                                        </p:attrNameLst>
                                      </p:cBhvr>
                                      <p:to>
                                        <p:strVal val="visible"/>
                                      </p:to>
                                    </p:set>
                                    <p:anim calcmode="lin" valueType="num">
                                      <p:cBhvr additive="base">
                                        <p:cTn id="47" dur="500" fill="hold"/>
                                        <p:tgtEl>
                                          <p:spTgt spid="41"/>
                                        </p:tgtEl>
                                        <p:attrNameLst>
                                          <p:attrName>ppt_x</p:attrName>
                                        </p:attrNameLst>
                                      </p:cBhvr>
                                      <p:tavLst>
                                        <p:tav tm="0">
                                          <p:val>
                                            <p:strVal val="#ppt_x"/>
                                          </p:val>
                                        </p:tav>
                                        <p:tav tm="100000">
                                          <p:val>
                                            <p:strVal val="#ppt_x"/>
                                          </p:val>
                                        </p:tav>
                                      </p:tavLst>
                                    </p:anim>
                                    <p:anim calcmode="lin" valueType="num">
                                      <p:cBhvr additive="base">
                                        <p:cTn id="48"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7"/>
                                        </p:tgtEl>
                                        <p:attrNameLst>
                                          <p:attrName>style.visibility</p:attrName>
                                        </p:attrNameLst>
                                      </p:cBhvr>
                                      <p:to>
                                        <p:strVal val="visible"/>
                                      </p:to>
                                    </p:set>
                                    <p:anim calcmode="lin" valueType="num">
                                      <p:cBhvr additive="base">
                                        <p:cTn id="53" dur="500" fill="hold"/>
                                        <p:tgtEl>
                                          <p:spTgt spid="57"/>
                                        </p:tgtEl>
                                        <p:attrNameLst>
                                          <p:attrName>ppt_x</p:attrName>
                                        </p:attrNameLst>
                                      </p:cBhvr>
                                      <p:tavLst>
                                        <p:tav tm="0">
                                          <p:val>
                                            <p:strVal val="#ppt_x"/>
                                          </p:val>
                                        </p:tav>
                                        <p:tav tm="100000">
                                          <p:val>
                                            <p:strVal val="#ppt_x"/>
                                          </p:val>
                                        </p:tav>
                                      </p:tavLst>
                                    </p:anim>
                                    <p:anim calcmode="lin" valueType="num">
                                      <p:cBhvr additive="base">
                                        <p:cTn id="5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P spid="57" grpId="0"/>
      <p:bldP spid="3"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20DCE-3025-9753-74FB-FACFB48AB3F5}"/>
              </a:ext>
            </a:extLst>
          </p:cNvPr>
          <p:cNvSpPr>
            <a:spLocks noGrp="1"/>
          </p:cNvSpPr>
          <p:nvPr>
            <p:ph type="title"/>
          </p:nvPr>
        </p:nvSpPr>
        <p:spPr/>
        <p:txBody>
          <a:bodyPr/>
          <a:lstStyle/>
          <a:p>
            <a:r>
              <a:rPr lang="en-GB" dirty="0"/>
              <a:t>Inserting an element is expensive for a large array</a:t>
            </a:r>
          </a:p>
        </p:txBody>
      </p:sp>
      <p:sp>
        <p:nvSpPr>
          <p:cNvPr id="3" name="Content Placeholder 2">
            <a:extLst>
              <a:ext uri="{FF2B5EF4-FFF2-40B4-BE49-F238E27FC236}">
                <a16:creationId xmlns:a16="http://schemas.microsoft.com/office/drawing/2014/main" id="{2D61D504-20FA-D837-6ACC-7C5318695267}"/>
              </a:ext>
            </a:extLst>
          </p:cNvPr>
          <p:cNvSpPr>
            <a:spLocks noGrp="1"/>
          </p:cNvSpPr>
          <p:nvPr>
            <p:ph idx="1"/>
          </p:nvPr>
        </p:nvSpPr>
        <p:spPr/>
        <p:txBody>
          <a:bodyPr/>
          <a:lstStyle/>
          <a:p>
            <a:r>
              <a:rPr lang="en-GB" dirty="0"/>
              <a:t>Inserting an element at the end (e.g.  push()) is usually efficient, but if the array grows larger than a certain size, it will need to be </a:t>
            </a:r>
            <a:r>
              <a:rPr lang="en-GB" b="1" dirty="0"/>
              <a:t>re-allocated</a:t>
            </a:r>
            <a:r>
              <a:rPr lang="en-GB" dirty="0"/>
              <a:t> to a larger block of memory, and it’s </a:t>
            </a:r>
            <a:r>
              <a:rPr lang="en-GB" b="1" dirty="0"/>
              <a:t>entire</a:t>
            </a:r>
            <a:r>
              <a:rPr lang="en-GB" dirty="0"/>
              <a:t> contents copied (an O(N) operation).</a:t>
            </a:r>
          </a:p>
          <a:p>
            <a:endParaRPr lang="en-GB" dirty="0"/>
          </a:p>
          <a:p>
            <a:endParaRPr lang="en-GB" dirty="0"/>
          </a:p>
          <a:p>
            <a:r>
              <a:rPr lang="en-GB" dirty="0"/>
              <a:t>Inserting an element in the middle is of O(N) because all the elements after the insertion point need to be copied to next unused location.</a:t>
            </a:r>
          </a:p>
        </p:txBody>
      </p:sp>
      <p:grpSp>
        <p:nvGrpSpPr>
          <p:cNvPr id="25" name="Group 24">
            <a:extLst>
              <a:ext uri="{FF2B5EF4-FFF2-40B4-BE49-F238E27FC236}">
                <a16:creationId xmlns:a16="http://schemas.microsoft.com/office/drawing/2014/main" id="{6454A444-8F51-27FC-8316-077D6090E956}"/>
              </a:ext>
            </a:extLst>
          </p:cNvPr>
          <p:cNvGrpSpPr/>
          <p:nvPr/>
        </p:nvGrpSpPr>
        <p:grpSpPr>
          <a:xfrm>
            <a:off x="3971624" y="5425441"/>
            <a:ext cx="3962400" cy="647700"/>
            <a:chOff x="1257300" y="4876800"/>
            <a:chExt cx="3962400" cy="647700"/>
          </a:xfrm>
        </p:grpSpPr>
        <p:sp>
          <p:nvSpPr>
            <p:cNvPr id="4" name="Rectangle 3">
              <a:extLst>
                <a:ext uri="{FF2B5EF4-FFF2-40B4-BE49-F238E27FC236}">
                  <a16:creationId xmlns:a16="http://schemas.microsoft.com/office/drawing/2014/main" id="{B96FBFC3-E945-7D71-A0F1-0CB818DDF90D}"/>
                </a:ext>
              </a:extLst>
            </p:cNvPr>
            <p:cNvSpPr/>
            <p:nvPr/>
          </p:nvSpPr>
          <p:spPr>
            <a:xfrm>
              <a:off x="125730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7E3157D8-81E4-1728-085A-1C6ED00E9B51}"/>
                </a:ext>
              </a:extLst>
            </p:cNvPr>
            <p:cNvSpPr/>
            <p:nvPr/>
          </p:nvSpPr>
          <p:spPr>
            <a:xfrm>
              <a:off x="174371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71DC6E59-7814-E3B8-4A99-A7619CF970C3}"/>
                </a:ext>
              </a:extLst>
            </p:cNvPr>
            <p:cNvSpPr/>
            <p:nvPr/>
          </p:nvSpPr>
          <p:spPr>
            <a:xfrm>
              <a:off x="150050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20CDFF9B-A599-6781-EE84-B7E042DF1C0D}"/>
                </a:ext>
              </a:extLst>
            </p:cNvPr>
            <p:cNvSpPr/>
            <p:nvPr/>
          </p:nvSpPr>
          <p:spPr>
            <a:xfrm>
              <a:off x="198691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44BB5E78-3B7D-AF0B-D099-B0BACCD53367}"/>
                </a:ext>
              </a:extLst>
            </p:cNvPr>
            <p:cNvSpPr/>
            <p:nvPr/>
          </p:nvSpPr>
          <p:spPr>
            <a:xfrm>
              <a:off x="223012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83365E09-8B0A-D867-AD78-A00B4CE113ED}"/>
                </a:ext>
              </a:extLst>
            </p:cNvPr>
            <p:cNvSpPr/>
            <p:nvPr/>
          </p:nvSpPr>
          <p:spPr>
            <a:xfrm>
              <a:off x="284035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8E7E997C-12EE-5949-16BA-02A89D41A14B}"/>
                </a:ext>
              </a:extLst>
            </p:cNvPr>
            <p:cNvSpPr/>
            <p:nvPr/>
          </p:nvSpPr>
          <p:spPr>
            <a:xfrm>
              <a:off x="259715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171ED448-8A52-65FD-8668-D1E0EB45D0AC}"/>
                </a:ext>
              </a:extLst>
            </p:cNvPr>
            <p:cNvSpPr/>
            <p:nvPr/>
          </p:nvSpPr>
          <p:spPr>
            <a:xfrm>
              <a:off x="308356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CC4797F2-8524-E109-9BC7-BD4446FE23B9}"/>
                </a:ext>
              </a:extLst>
            </p:cNvPr>
            <p:cNvSpPr/>
            <p:nvPr/>
          </p:nvSpPr>
          <p:spPr>
            <a:xfrm>
              <a:off x="332676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A6486A31-F110-05E2-DBE0-ECA80E39738A}"/>
                </a:ext>
              </a:extLst>
            </p:cNvPr>
            <p:cNvSpPr/>
            <p:nvPr/>
          </p:nvSpPr>
          <p:spPr>
            <a:xfrm>
              <a:off x="381317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CFEABC3-867D-2A00-6332-16335F33B2ED}"/>
                </a:ext>
              </a:extLst>
            </p:cNvPr>
            <p:cNvSpPr/>
            <p:nvPr/>
          </p:nvSpPr>
          <p:spPr>
            <a:xfrm>
              <a:off x="356997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B830E4A-D500-DFF7-2B5A-4DE49B4D1043}"/>
                </a:ext>
              </a:extLst>
            </p:cNvPr>
            <p:cNvSpPr/>
            <p:nvPr/>
          </p:nvSpPr>
          <p:spPr>
            <a:xfrm>
              <a:off x="405638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263D2A0E-51E6-4370-2FB4-46CE562BB303}"/>
                </a:ext>
              </a:extLst>
            </p:cNvPr>
            <p:cNvSpPr/>
            <p:nvPr/>
          </p:nvSpPr>
          <p:spPr>
            <a:xfrm>
              <a:off x="429958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E0729F2-D49B-AAC2-D6AC-0FC6CB469CA4}"/>
                </a:ext>
              </a:extLst>
            </p:cNvPr>
            <p:cNvSpPr/>
            <p:nvPr/>
          </p:nvSpPr>
          <p:spPr>
            <a:xfrm>
              <a:off x="4785995"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4EDC89D3-AC31-0E76-29B3-0ECA16D298B3}"/>
                </a:ext>
              </a:extLst>
            </p:cNvPr>
            <p:cNvSpPr/>
            <p:nvPr/>
          </p:nvSpPr>
          <p:spPr>
            <a:xfrm>
              <a:off x="4542790"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11675128-C47D-83CE-0084-0DD76C485CD3}"/>
                </a:ext>
              </a:extLst>
            </p:cNvPr>
            <p:cNvSpPr/>
            <p:nvPr/>
          </p:nvSpPr>
          <p:spPr>
            <a:xfrm>
              <a:off x="5029200"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A2659046-9E26-5961-EF4A-33B9C68D9F7F}"/>
                </a:ext>
              </a:extLst>
            </p:cNvPr>
            <p:cNvSpPr/>
            <p:nvPr/>
          </p:nvSpPr>
          <p:spPr>
            <a:xfrm>
              <a:off x="2159000" y="5286375"/>
              <a:ext cx="190500" cy="238125"/>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Straight Arrow Connector 21">
              <a:extLst>
                <a:ext uri="{FF2B5EF4-FFF2-40B4-BE49-F238E27FC236}">
                  <a16:creationId xmlns:a16="http://schemas.microsoft.com/office/drawing/2014/main" id="{6BED2768-4AB8-0C52-A7C2-E35BD43789BF}"/>
                </a:ext>
              </a:extLst>
            </p:cNvPr>
            <p:cNvCxnSpPr>
              <a:cxnSpLocks/>
              <a:stCxn id="10" idx="1"/>
              <a:endCxn id="18" idx="1"/>
            </p:cNvCxnSpPr>
            <p:nvPr/>
          </p:nvCxnSpPr>
          <p:spPr>
            <a:xfrm>
              <a:off x="2597150" y="4995863"/>
              <a:ext cx="194564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A31FFBFE-55AE-AAD3-EEDA-4130DBF4583C}"/>
                </a:ext>
              </a:extLst>
            </p:cNvPr>
            <p:cNvCxnSpPr>
              <a:stCxn id="20" idx="3"/>
            </p:cNvCxnSpPr>
            <p:nvPr/>
          </p:nvCxnSpPr>
          <p:spPr>
            <a:xfrm flipV="1">
              <a:off x="2349500" y="5057775"/>
              <a:ext cx="155575" cy="347663"/>
            </a:xfrm>
            <a:prstGeom prst="curved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65" name="Group 64">
            <a:extLst>
              <a:ext uri="{FF2B5EF4-FFF2-40B4-BE49-F238E27FC236}">
                <a16:creationId xmlns:a16="http://schemas.microsoft.com/office/drawing/2014/main" id="{7F89A51D-3CE3-26D2-CBE1-13E20C576787}"/>
              </a:ext>
            </a:extLst>
          </p:cNvPr>
          <p:cNvGrpSpPr/>
          <p:nvPr/>
        </p:nvGrpSpPr>
        <p:grpSpPr>
          <a:xfrm>
            <a:off x="5755907" y="3130349"/>
            <a:ext cx="2879157" cy="898525"/>
            <a:chOff x="7796463" y="4429760"/>
            <a:chExt cx="2879157" cy="898525"/>
          </a:xfrm>
        </p:grpSpPr>
        <p:sp>
          <p:nvSpPr>
            <p:cNvPr id="27" name="Rectangle 26">
              <a:extLst>
                <a:ext uri="{FF2B5EF4-FFF2-40B4-BE49-F238E27FC236}">
                  <a16:creationId xmlns:a16="http://schemas.microsoft.com/office/drawing/2014/main" id="{79674079-89C3-39A7-4352-99A18DF48290}"/>
                </a:ext>
              </a:extLst>
            </p:cNvPr>
            <p:cNvSpPr/>
            <p:nvPr/>
          </p:nvSpPr>
          <p:spPr>
            <a:xfrm>
              <a:off x="7840980"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8" name="Rectangle 27">
              <a:extLst>
                <a:ext uri="{FF2B5EF4-FFF2-40B4-BE49-F238E27FC236}">
                  <a16:creationId xmlns:a16="http://schemas.microsoft.com/office/drawing/2014/main" id="{B07B9EC7-E416-7ED8-5D3F-4522D84C716F}"/>
                </a:ext>
              </a:extLst>
            </p:cNvPr>
            <p:cNvSpPr/>
            <p:nvPr/>
          </p:nvSpPr>
          <p:spPr>
            <a:xfrm>
              <a:off x="8327390"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ECBE5D1D-4734-775B-8F7B-9D0DF30225DE}"/>
                </a:ext>
              </a:extLst>
            </p:cNvPr>
            <p:cNvSpPr/>
            <p:nvPr/>
          </p:nvSpPr>
          <p:spPr>
            <a:xfrm>
              <a:off x="8084185"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0" name="Rectangle 29">
              <a:extLst>
                <a:ext uri="{FF2B5EF4-FFF2-40B4-BE49-F238E27FC236}">
                  <a16:creationId xmlns:a16="http://schemas.microsoft.com/office/drawing/2014/main" id="{1223BBCC-EA7D-F435-CACE-92BE4181A4DE}"/>
                </a:ext>
              </a:extLst>
            </p:cNvPr>
            <p:cNvSpPr/>
            <p:nvPr/>
          </p:nvSpPr>
          <p:spPr>
            <a:xfrm>
              <a:off x="8570595"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68D146B1-7FAE-7921-8576-1006B7292F7D}"/>
                </a:ext>
              </a:extLst>
            </p:cNvPr>
            <p:cNvSpPr/>
            <p:nvPr/>
          </p:nvSpPr>
          <p:spPr>
            <a:xfrm>
              <a:off x="9025890" y="4429760"/>
              <a:ext cx="190500" cy="238125"/>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5E4BEDA7-4D8E-7F76-72DC-9BB319960E6F}"/>
                </a:ext>
              </a:extLst>
            </p:cNvPr>
            <p:cNvSpPr/>
            <p:nvPr/>
          </p:nvSpPr>
          <p:spPr>
            <a:xfrm>
              <a:off x="8296275"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7963FF43-C98D-9508-D737-147A0DA93B74}"/>
                </a:ext>
              </a:extLst>
            </p:cNvPr>
            <p:cNvSpPr/>
            <p:nvPr/>
          </p:nvSpPr>
          <p:spPr>
            <a:xfrm>
              <a:off x="805307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4F6AB725-64DD-BC61-6D0D-2860B96E9835}"/>
                </a:ext>
              </a:extLst>
            </p:cNvPr>
            <p:cNvSpPr/>
            <p:nvPr/>
          </p:nvSpPr>
          <p:spPr>
            <a:xfrm>
              <a:off x="853948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3C9C9F5E-78E8-4F9D-EBDD-3A68C7FDD805}"/>
                </a:ext>
              </a:extLst>
            </p:cNvPr>
            <p:cNvSpPr/>
            <p:nvPr/>
          </p:nvSpPr>
          <p:spPr>
            <a:xfrm>
              <a:off x="8782685"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B40872ED-CF7D-D70D-034D-6F22699B2814}"/>
                </a:ext>
              </a:extLst>
            </p:cNvPr>
            <p:cNvSpPr/>
            <p:nvPr/>
          </p:nvSpPr>
          <p:spPr>
            <a:xfrm>
              <a:off x="926909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3284A24E-8A01-A1D7-AFA4-F0028689BC35}"/>
                </a:ext>
              </a:extLst>
            </p:cNvPr>
            <p:cNvSpPr/>
            <p:nvPr/>
          </p:nvSpPr>
          <p:spPr>
            <a:xfrm>
              <a:off x="902589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a:extLst>
                <a:ext uri="{FF2B5EF4-FFF2-40B4-BE49-F238E27FC236}">
                  <a16:creationId xmlns:a16="http://schemas.microsoft.com/office/drawing/2014/main" id="{BD64B133-C8B1-5FE9-CA1D-59D370565FDB}"/>
                </a:ext>
              </a:extLst>
            </p:cNvPr>
            <p:cNvSpPr/>
            <p:nvPr/>
          </p:nvSpPr>
          <p:spPr>
            <a:xfrm>
              <a:off x="951230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38">
              <a:extLst>
                <a:ext uri="{FF2B5EF4-FFF2-40B4-BE49-F238E27FC236}">
                  <a16:creationId xmlns:a16="http://schemas.microsoft.com/office/drawing/2014/main" id="{96F29C2C-8B8D-C4E4-7941-611E566DF4CC}"/>
                </a:ext>
              </a:extLst>
            </p:cNvPr>
            <p:cNvSpPr/>
            <p:nvPr/>
          </p:nvSpPr>
          <p:spPr>
            <a:xfrm>
              <a:off x="975550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226933E9-0828-49B1-10A9-7C287245C0A1}"/>
                </a:ext>
              </a:extLst>
            </p:cNvPr>
            <p:cNvSpPr/>
            <p:nvPr/>
          </p:nvSpPr>
          <p:spPr>
            <a:xfrm>
              <a:off x="1024191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40">
              <a:extLst>
                <a:ext uri="{FF2B5EF4-FFF2-40B4-BE49-F238E27FC236}">
                  <a16:creationId xmlns:a16="http://schemas.microsoft.com/office/drawing/2014/main" id="{EDB01507-9C92-E9C8-D295-0C9DAC9338B9}"/>
                </a:ext>
              </a:extLst>
            </p:cNvPr>
            <p:cNvSpPr/>
            <p:nvPr/>
          </p:nvSpPr>
          <p:spPr>
            <a:xfrm>
              <a:off x="999871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a:extLst>
                <a:ext uri="{FF2B5EF4-FFF2-40B4-BE49-F238E27FC236}">
                  <a16:creationId xmlns:a16="http://schemas.microsoft.com/office/drawing/2014/main" id="{3EF78476-ABA5-BC19-CF04-C5769889779F}"/>
                </a:ext>
              </a:extLst>
            </p:cNvPr>
            <p:cNvSpPr/>
            <p:nvPr/>
          </p:nvSpPr>
          <p:spPr>
            <a:xfrm>
              <a:off x="1048512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7" name="Straight Arrow Connector 46">
              <a:extLst>
                <a:ext uri="{FF2B5EF4-FFF2-40B4-BE49-F238E27FC236}">
                  <a16:creationId xmlns:a16="http://schemas.microsoft.com/office/drawing/2014/main" id="{DE57B39E-C75D-AE31-DF35-4443FBDCF85B}"/>
                </a:ext>
              </a:extLst>
            </p:cNvPr>
            <p:cNvCxnSpPr>
              <a:stCxn id="27" idx="2"/>
              <a:endCxn id="33" idx="0"/>
            </p:cNvCxnSpPr>
            <p:nvPr/>
          </p:nvCxnSpPr>
          <p:spPr>
            <a:xfrm>
              <a:off x="7936230"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EFDC57F-4396-8BB8-5BE2-B28E3F94F142}"/>
                </a:ext>
              </a:extLst>
            </p:cNvPr>
            <p:cNvCxnSpPr>
              <a:cxnSpLocks/>
              <a:stCxn id="29" idx="2"/>
              <a:endCxn id="32" idx="0"/>
            </p:cNvCxnSpPr>
            <p:nvPr/>
          </p:nvCxnSpPr>
          <p:spPr>
            <a:xfrm>
              <a:off x="8179435"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43D138B-44C8-E283-8863-78074EE348EA}"/>
                </a:ext>
              </a:extLst>
            </p:cNvPr>
            <p:cNvCxnSpPr>
              <a:cxnSpLocks/>
              <a:stCxn id="28" idx="2"/>
              <a:endCxn id="34" idx="0"/>
            </p:cNvCxnSpPr>
            <p:nvPr/>
          </p:nvCxnSpPr>
          <p:spPr>
            <a:xfrm>
              <a:off x="8422640"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DD9785CE-DA5A-9196-667B-722F3C8B2983}"/>
                </a:ext>
              </a:extLst>
            </p:cNvPr>
            <p:cNvCxnSpPr>
              <a:cxnSpLocks/>
              <a:stCxn id="30" idx="2"/>
              <a:endCxn id="35" idx="0"/>
            </p:cNvCxnSpPr>
            <p:nvPr/>
          </p:nvCxnSpPr>
          <p:spPr>
            <a:xfrm>
              <a:off x="8665845"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ECDCB676-A6DF-D9A4-0785-CEC20486AB26}"/>
                </a:ext>
              </a:extLst>
            </p:cNvPr>
            <p:cNvCxnSpPr>
              <a:cxnSpLocks/>
              <a:stCxn id="31" idx="2"/>
              <a:endCxn id="37" idx="0"/>
            </p:cNvCxnSpPr>
            <p:nvPr/>
          </p:nvCxnSpPr>
          <p:spPr>
            <a:xfrm>
              <a:off x="9121140" y="4667885"/>
              <a:ext cx="0" cy="4222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Multiplication Sign 60">
              <a:extLst>
                <a:ext uri="{FF2B5EF4-FFF2-40B4-BE49-F238E27FC236}">
                  <a16:creationId xmlns:a16="http://schemas.microsoft.com/office/drawing/2014/main" id="{1EE67FD8-41ED-FE15-CEA2-A39438A57D67}"/>
                </a:ext>
              </a:extLst>
            </p:cNvPr>
            <p:cNvSpPr/>
            <p:nvPr/>
          </p:nvSpPr>
          <p:spPr>
            <a:xfrm>
              <a:off x="7796463" y="4475748"/>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Multiplication Sign 61">
              <a:extLst>
                <a:ext uri="{FF2B5EF4-FFF2-40B4-BE49-F238E27FC236}">
                  <a16:creationId xmlns:a16="http://schemas.microsoft.com/office/drawing/2014/main" id="{90E4317B-0CFD-AF11-ECB7-6E9733B0DD6C}"/>
                </a:ext>
              </a:extLst>
            </p:cNvPr>
            <p:cNvSpPr/>
            <p:nvPr/>
          </p:nvSpPr>
          <p:spPr>
            <a:xfrm>
              <a:off x="8045116" y="4474143"/>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Multiplication Sign 62">
              <a:extLst>
                <a:ext uri="{FF2B5EF4-FFF2-40B4-BE49-F238E27FC236}">
                  <a16:creationId xmlns:a16="http://schemas.microsoft.com/office/drawing/2014/main" id="{0C6204EB-8D9C-6ED6-0FE7-B0CCD331C75C}"/>
                </a:ext>
              </a:extLst>
            </p:cNvPr>
            <p:cNvSpPr/>
            <p:nvPr/>
          </p:nvSpPr>
          <p:spPr>
            <a:xfrm>
              <a:off x="8284143" y="4482164"/>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Multiplication Sign 63">
              <a:extLst>
                <a:ext uri="{FF2B5EF4-FFF2-40B4-BE49-F238E27FC236}">
                  <a16:creationId xmlns:a16="http://schemas.microsoft.com/office/drawing/2014/main" id="{CBB3D985-B856-F717-DB9F-17D12C0434C7}"/>
                </a:ext>
              </a:extLst>
            </p:cNvPr>
            <p:cNvSpPr/>
            <p:nvPr/>
          </p:nvSpPr>
          <p:spPr>
            <a:xfrm>
              <a:off x="8532796" y="4480560"/>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998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5"/>
                                        </p:tgtEl>
                                        <p:attrNameLst>
                                          <p:attrName>style.visibility</p:attrName>
                                        </p:attrNameLst>
                                      </p:cBhvr>
                                      <p:to>
                                        <p:strVal val="visible"/>
                                      </p:to>
                                    </p:set>
                                    <p:anim calcmode="lin" valueType="num">
                                      <p:cBhvr additive="base">
                                        <p:cTn id="11" dur="500" fill="hold"/>
                                        <p:tgtEl>
                                          <p:spTgt spid="65"/>
                                        </p:tgtEl>
                                        <p:attrNameLst>
                                          <p:attrName>ppt_x</p:attrName>
                                        </p:attrNameLst>
                                      </p:cBhvr>
                                      <p:tavLst>
                                        <p:tav tm="0">
                                          <p:val>
                                            <p:strVal val="#ppt_x"/>
                                          </p:val>
                                        </p:tav>
                                        <p:tav tm="100000">
                                          <p:val>
                                            <p:strVal val="#ppt_x"/>
                                          </p:val>
                                        </p:tav>
                                      </p:tavLst>
                                    </p:anim>
                                    <p:anim calcmode="lin" valueType="num">
                                      <p:cBhvr additive="base">
                                        <p:cTn id="12"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69B4A-64A5-39CE-7C67-C5842C080D02}"/>
              </a:ext>
            </a:extLst>
          </p:cNvPr>
          <p:cNvSpPr>
            <a:spLocks noGrp="1"/>
          </p:cNvSpPr>
          <p:nvPr>
            <p:ph type="title"/>
          </p:nvPr>
        </p:nvSpPr>
        <p:spPr/>
        <p:txBody>
          <a:bodyPr/>
          <a:lstStyle/>
          <a:p>
            <a:r>
              <a:rPr lang="en-GB" dirty="0"/>
              <a:t>Problems arise when memory gets fragmented</a:t>
            </a:r>
          </a:p>
        </p:txBody>
      </p:sp>
      <p:grpSp>
        <p:nvGrpSpPr>
          <p:cNvPr id="20" name="Group 19">
            <a:extLst>
              <a:ext uri="{FF2B5EF4-FFF2-40B4-BE49-F238E27FC236}">
                <a16:creationId xmlns:a16="http://schemas.microsoft.com/office/drawing/2014/main" id="{ECBEAB95-B429-CB08-76B4-16F6D9A0E4C7}"/>
              </a:ext>
            </a:extLst>
          </p:cNvPr>
          <p:cNvGrpSpPr/>
          <p:nvPr/>
        </p:nvGrpSpPr>
        <p:grpSpPr>
          <a:xfrm>
            <a:off x="6315073" y="1543049"/>
            <a:ext cx="95252" cy="5067301"/>
            <a:chOff x="6315073" y="1543049"/>
            <a:chExt cx="95252" cy="5067301"/>
          </a:xfrm>
        </p:grpSpPr>
        <p:grpSp>
          <p:nvGrpSpPr>
            <p:cNvPr id="8" name="Group 7">
              <a:extLst>
                <a:ext uri="{FF2B5EF4-FFF2-40B4-BE49-F238E27FC236}">
                  <a16:creationId xmlns:a16="http://schemas.microsoft.com/office/drawing/2014/main" id="{ADB8572D-9F50-4A0B-B1F5-B740E431607B}"/>
                </a:ext>
              </a:extLst>
            </p:cNvPr>
            <p:cNvGrpSpPr/>
            <p:nvPr/>
          </p:nvGrpSpPr>
          <p:grpSpPr>
            <a:xfrm>
              <a:off x="6315073" y="1543049"/>
              <a:ext cx="95251" cy="1533526"/>
              <a:chOff x="1990723" y="1600199"/>
              <a:chExt cx="95251" cy="1533526"/>
            </a:xfrm>
          </p:grpSpPr>
          <p:sp>
            <p:nvSpPr>
              <p:cNvPr id="4" name="Rectangle 3">
                <a:extLst>
                  <a:ext uri="{FF2B5EF4-FFF2-40B4-BE49-F238E27FC236}">
                    <a16:creationId xmlns:a16="http://schemas.microsoft.com/office/drawing/2014/main" id="{4BEC7329-73C5-9A4B-E2FF-0455F0DA9EDB}"/>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BB80E655-8779-37B3-8333-910AEF1E110B}"/>
                  </a:ext>
                </a:extLst>
              </p:cNvPr>
              <p:cNvSpPr/>
              <p:nvPr/>
            </p:nvSpPr>
            <p:spPr>
              <a:xfrm>
                <a:off x="1990723" y="2057399"/>
                <a:ext cx="95251" cy="10763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9" name="Group 8">
              <a:extLst>
                <a:ext uri="{FF2B5EF4-FFF2-40B4-BE49-F238E27FC236}">
                  <a16:creationId xmlns:a16="http://schemas.microsoft.com/office/drawing/2014/main" id="{8D756878-452A-39D2-21E1-F64D72A63940}"/>
                </a:ext>
              </a:extLst>
            </p:cNvPr>
            <p:cNvGrpSpPr/>
            <p:nvPr/>
          </p:nvGrpSpPr>
          <p:grpSpPr>
            <a:xfrm>
              <a:off x="6315073" y="3067049"/>
              <a:ext cx="95252" cy="1028701"/>
              <a:chOff x="1990723" y="1600199"/>
              <a:chExt cx="95252" cy="1028701"/>
            </a:xfrm>
          </p:grpSpPr>
          <p:sp>
            <p:nvSpPr>
              <p:cNvPr id="10" name="Rectangle 9">
                <a:extLst>
                  <a:ext uri="{FF2B5EF4-FFF2-40B4-BE49-F238E27FC236}">
                    <a16:creationId xmlns:a16="http://schemas.microsoft.com/office/drawing/2014/main" id="{C685651C-6F8C-A727-F96B-126F41888D45}"/>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BF9C416E-D0D7-4AE3-66CE-AD369390258F}"/>
                  </a:ext>
                </a:extLst>
              </p:cNvPr>
              <p:cNvSpPr/>
              <p:nvPr/>
            </p:nvSpPr>
            <p:spPr>
              <a:xfrm>
                <a:off x="1990723" y="2057399"/>
                <a:ext cx="95252" cy="5715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4162794A-D07D-88F0-A59D-CBCDDD9A0B06}"/>
                </a:ext>
              </a:extLst>
            </p:cNvPr>
            <p:cNvGrpSpPr/>
            <p:nvPr/>
          </p:nvGrpSpPr>
          <p:grpSpPr>
            <a:xfrm>
              <a:off x="6315073" y="4067174"/>
              <a:ext cx="95251" cy="1533526"/>
              <a:chOff x="1990723" y="1600199"/>
              <a:chExt cx="95251" cy="1533526"/>
            </a:xfrm>
          </p:grpSpPr>
          <p:sp>
            <p:nvSpPr>
              <p:cNvPr id="13" name="Rectangle 12">
                <a:extLst>
                  <a:ext uri="{FF2B5EF4-FFF2-40B4-BE49-F238E27FC236}">
                    <a16:creationId xmlns:a16="http://schemas.microsoft.com/office/drawing/2014/main" id="{D4ABCFF6-C6EA-6E5D-2808-9C6750DB4FF7}"/>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3A09B633-4CFD-56F2-86B4-46FCDCA8B409}"/>
                  </a:ext>
                </a:extLst>
              </p:cNvPr>
              <p:cNvSpPr/>
              <p:nvPr/>
            </p:nvSpPr>
            <p:spPr>
              <a:xfrm>
                <a:off x="1990723" y="2057399"/>
                <a:ext cx="95251" cy="10763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72EA3A96-AB08-B359-FC46-6C04B0EB2B39}"/>
                </a:ext>
              </a:extLst>
            </p:cNvPr>
            <p:cNvGrpSpPr/>
            <p:nvPr/>
          </p:nvGrpSpPr>
          <p:grpSpPr>
            <a:xfrm>
              <a:off x="6315074" y="5591174"/>
              <a:ext cx="95250" cy="1019176"/>
              <a:chOff x="1990724" y="1600199"/>
              <a:chExt cx="95250" cy="1019176"/>
            </a:xfrm>
          </p:grpSpPr>
          <p:sp>
            <p:nvSpPr>
              <p:cNvPr id="16" name="Rectangle 15">
                <a:extLst>
                  <a:ext uri="{FF2B5EF4-FFF2-40B4-BE49-F238E27FC236}">
                    <a16:creationId xmlns:a16="http://schemas.microsoft.com/office/drawing/2014/main" id="{F1598061-7124-9E8F-666D-5487A98B4D1D}"/>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88E4B7E-8C06-30C9-551C-FC2ECBA6E1C1}"/>
                  </a:ext>
                </a:extLst>
              </p:cNvPr>
              <p:cNvSpPr/>
              <p:nvPr/>
            </p:nvSpPr>
            <p:spPr>
              <a:xfrm>
                <a:off x="1990725" y="2057399"/>
                <a:ext cx="95249" cy="5619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8" name="TextBox 17">
            <a:extLst>
              <a:ext uri="{FF2B5EF4-FFF2-40B4-BE49-F238E27FC236}">
                <a16:creationId xmlns:a16="http://schemas.microsoft.com/office/drawing/2014/main" id="{CF570540-35BD-6056-0105-B900FF3A2FE4}"/>
              </a:ext>
            </a:extLst>
          </p:cNvPr>
          <p:cNvSpPr txBox="1"/>
          <p:nvPr/>
        </p:nvSpPr>
        <p:spPr>
          <a:xfrm>
            <a:off x="4829175" y="1952625"/>
            <a:ext cx="628650" cy="369332"/>
          </a:xfrm>
          <a:prstGeom prst="rect">
            <a:avLst/>
          </a:prstGeom>
          <a:noFill/>
        </p:spPr>
        <p:txBody>
          <a:bodyPr wrap="square" rtlCol="0">
            <a:spAutoFit/>
          </a:bodyPr>
          <a:lstStyle/>
          <a:p>
            <a:r>
              <a:rPr lang="en-GB" dirty="0"/>
              <a:t>free</a:t>
            </a:r>
          </a:p>
        </p:txBody>
      </p:sp>
      <p:grpSp>
        <p:nvGrpSpPr>
          <p:cNvPr id="26" name="Group 25">
            <a:extLst>
              <a:ext uri="{FF2B5EF4-FFF2-40B4-BE49-F238E27FC236}">
                <a16:creationId xmlns:a16="http://schemas.microsoft.com/office/drawing/2014/main" id="{4BCA47C5-8A4F-071B-A03A-A53720BC27DB}"/>
              </a:ext>
            </a:extLst>
          </p:cNvPr>
          <p:cNvGrpSpPr/>
          <p:nvPr/>
        </p:nvGrpSpPr>
        <p:grpSpPr>
          <a:xfrm>
            <a:off x="4686300" y="1766887"/>
            <a:ext cx="1628774" cy="2524125"/>
            <a:chOff x="4686300" y="1766887"/>
            <a:chExt cx="1628774" cy="2524125"/>
          </a:xfrm>
        </p:grpSpPr>
        <p:sp>
          <p:nvSpPr>
            <p:cNvPr id="19" name="TextBox 18">
              <a:extLst>
                <a:ext uri="{FF2B5EF4-FFF2-40B4-BE49-F238E27FC236}">
                  <a16:creationId xmlns:a16="http://schemas.microsoft.com/office/drawing/2014/main" id="{60EAD432-4E85-4804-75E0-9F64E754946A}"/>
                </a:ext>
              </a:extLst>
            </p:cNvPr>
            <p:cNvSpPr txBox="1"/>
            <p:nvPr/>
          </p:nvSpPr>
          <p:spPr>
            <a:xfrm>
              <a:off x="4686300" y="3057525"/>
              <a:ext cx="742950" cy="369332"/>
            </a:xfrm>
            <a:prstGeom prst="rect">
              <a:avLst/>
            </a:prstGeom>
            <a:noFill/>
          </p:spPr>
          <p:txBody>
            <a:bodyPr wrap="square" rtlCol="0">
              <a:spAutoFit/>
            </a:bodyPr>
            <a:lstStyle/>
            <a:p>
              <a:r>
                <a:rPr lang="en-GB" dirty="0"/>
                <a:t>used</a:t>
              </a:r>
            </a:p>
          </p:txBody>
        </p:sp>
        <p:cxnSp>
          <p:nvCxnSpPr>
            <p:cNvPr id="21" name="Straight Arrow Connector 20">
              <a:extLst>
                <a:ext uri="{FF2B5EF4-FFF2-40B4-BE49-F238E27FC236}">
                  <a16:creationId xmlns:a16="http://schemas.microsoft.com/office/drawing/2014/main" id="{22AB9F31-FCBD-6F9D-8691-0B38ACDB60AA}"/>
                </a:ext>
              </a:extLst>
            </p:cNvPr>
            <p:cNvCxnSpPr>
              <a:cxnSpLocks/>
              <a:stCxn id="19" idx="3"/>
              <a:endCxn id="4" idx="1"/>
            </p:cNvCxnSpPr>
            <p:nvPr/>
          </p:nvCxnSpPr>
          <p:spPr>
            <a:xfrm flipV="1">
              <a:off x="5429250" y="1766887"/>
              <a:ext cx="885824" cy="1475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FCE5437-C001-6F10-9FC0-2D4475F681EB}"/>
                </a:ext>
              </a:extLst>
            </p:cNvPr>
            <p:cNvCxnSpPr>
              <a:cxnSpLocks/>
              <a:stCxn id="19" idx="3"/>
              <a:endCxn id="10" idx="1"/>
            </p:cNvCxnSpPr>
            <p:nvPr/>
          </p:nvCxnSpPr>
          <p:spPr>
            <a:xfrm>
              <a:off x="5429250" y="3242191"/>
              <a:ext cx="885824" cy="486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8AF97FE1-C7D6-D99F-BB5D-E8EE6B21D56F}"/>
                </a:ext>
              </a:extLst>
            </p:cNvPr>
            <p:cNvCxnSpPr>
              <a:cxnSpLocks/>
              <a:stCxn id="19" idx="3"/>
              <a:endCxn id="13" idx="1"/>
            </p:cNvCxnSpPr>
            <p:nvPr/>
          </p:nvCxnSpPr>
          <p:spPr>
            <a:xfrm>
              <a:off x="5429250" y="3242191"/>
              <a:ext cx="885824" cy="10488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82E15E08-6BE9-8EE2-C117-8CB66FE1FFF8}"/>
              </a:ext>
            </a:extLst>
          </p:cNvPr>
          <p:cNvGrpSpPr/>
          <p:nvPr/>
        </p:nvGrpSpPr>
        <p:grpSpPr>
          <a:xfrm>
            <a:off x="5457825" y="2137291"/>
            <a:ext cx="857248" cy="2925246"/>
            <a:chOff x="5457825" y="2137291"/>
            <a:chExt cx="857248" cy="2925246"/>
          </a:xfrm>
        </p:grpSpPr>
        <p:cxnSp>
          <p:nvCxnSpPr>
            <p:cNvPr id="27" name="Straight Arrow Connector 26">
              <a:extLst>
                <a:ext uri="{FF2B5EF4-FFF2-40B4-BE49-F238E27FC236}">
                  <a16:creationId xmlns:a16="http://schemas.microsoft.com/office/drawing/2014/main" id="{5DC25FE7-EB05-55C1-3F2F-F6271DFEA0C0}"/>
                </a:ext>
              </a:extLst>
            </p:cNvPr>
            <p:cNvCxnSpPr>
              <a:cxnSpLocks/>
              <a:stCxn id="18" idx="3"/>
              <a:endCxn id="7" idx="1"/>
            </p:cNvCxnSpPr>
            <p:nvPr/>
          </p:nvCxnSpPr>
          <p:spPr>
            <a:xfrm>
              <a:off x="5457825" y="2137291"/>
              <a:ext cx="857248" cy="4011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B1CEB3F-0D12-CD9F-1D86-76FEDD2C245B}"/>
                </a:ext>
              </a:extLst>
            </p:cNvPr>
            <p:cNvCxnSpPr>
              <a:stCxn id="18" idx="3"/>
              <a:endCxn id="11" idx="1"/>
            </p:cNvCxnSpPr>
            <p:nvPr/>
          </p:nvCxnSpPr>
          <p:spPr>
            <a:xfrm>
              <a:off x="5457825" y="2137291"/>
              <a:ext cx="857248" cy="16727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C83D406-A62A-9337-7CF1-BB5620773AAF}"/>
                </a:ext>
              </a:extLst>
            </p:cNvPr>
            <p:cNvCxnSpPr>
              <a:stCxn id="18" idx="3"/>
              <a:endCxn id="14" idx="1"/>
            </p:cNvCxnSpPr>
            <p:nvPr/>
          </p:nvCxnSpPr>
          <p:spPr>
            <a:xfrm>
              <a:off x="5457825" y="2137291"/>
              <a:ext cx="857248" cy="29252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6" name="TextBox 35">
            <a:extLst>
              <a:ext uri="{FF2B5EF4-FFF2-40B4-BE49-F238E27FC236}">
                <a16:creationId xmlns:a16="http://schemas.microsoft.com/office/drawing/2014/main" id="{ABF80C18-218A-711A-39FC-38A9109F9000}"/>
              </a:ext>
            </a:extLst>
          </p:cNvPr>
          <p:cNvSpPr txBox="1"/>
          <p:nvPr/>
        </p:nvSpPr>
        <p:spPr>
          <a:xfrm>
            <a:off x="6696075" y="3790950"/>
            <a:ext cx="3543300" cy="1200329"/>
          </a:xfrm>
          <a:prstGeom prst="rect">
            <a:avLst/>
          </a:prstGeom>
          <a:noFill/>
        </p:spPr>
        <p:txBody>
          <a:bodyPr wrap="square" rtlCol="0">
            <a:spAutoFit/>
          </a:bodyPr>
          <a:lstStyle/>
          <a:p>
            <a:r>
              <a:rPr lang="en-GB" dirty="0"/>
              <a:t>After a while, it becomes harder to find a big enough block of memory to contain a contiguous array</a:t>
            </a:r>
          </a:p>
        </p:txBody>
      </p:sp>
      <p:sp>
        <p:nvSpPr>
          <p:cNvPr id="37" name="TextBox 36">
            <a:extLst>
              <a:ext uri="{FF2B5EF4-FFF2-40B4-BE49-F238E27FC236}">
                <a16:creationId xmlns:a16="http://schemas.microsoft.com/office/drawing/2014/main" id="{CDBBED76-0702-48D0-71F0-D34BBDEDD25B}"/>
              </a:ext>
            </a:extLst>
          </p:cNvPr>
          <p:cNvSpPr txBox="1"/>
          <p:nvPr/>
        </p:nvSpPr>
        <p:spPr>
          <a:xfrm>
            <a:off x="6619875" y="1381125"/>
            <a:ext cx="5010150" cy="1477328"/>
          </a:xfrm>
          <a:prstGeom prst="rect">
            <a:avLst/>
          </a:prstGeom>
          <a:noFill/>
        </p:spPr>
        <p:txBody>
          <a:bodyPr wrap="square" rtlCol="0">
            <a:spAutoFit/>
          </a:bodyPr>
          <a:lstStyle/>
          <a:p>
            <a:r>
              <a:rPr lang="en-GB" dirty="0"/>
              <a:t>The process memory looks like this, after it’s been running for a while, and many objects have been created (using memory) and deleted (freeing memory). The freed memory is then available for use for the next object.</a:t>
            </a:r>
          </a:p>
        </p:txBody>
      </p:sp>
      <p:sp>
        <p:nvSpPr>
          <p:cNvPr id="38" name="TextBox 37">
            <a:extLst>
              <a:ext uri="{FF2B5EF4-FFF2-40B4-BE49-F238E27FC236}">
                <a16:creationId xmlns:a16="http://schemas.microsoft.com/office/drawing/2014/main" id="{F91B3819-E113-811A-0BE8-80CCEA7EC328}"/>
              </a:ext>
            </a:extLst>
          </p:cNvPr>
          <p:cNvSpPr txBox="1"/>
          <p:nvPr/>
        </p:nvSpPr>
        <p:spPr>
          <a:xfrm>
            <a:off x="6686550" y="3038475"/>
            <a:ext cx="4248150" cy="646331"/>
          </a:xfrm>
          <a:prstGeom prst="rect">
            <a:avLst/>
          </a:prstGeom>
          <a:noFill/>
        </p:spPr>
        <p:txBody>
          <a:bodyPr wrap="square" rtlCol="0">
            <a:spAutoFit/>
          </a:bodyPr>
          <a:lstStyle/>
          <a:p>
            <a:r>
              <a:rPr lang="en-GB" dirty="0"/>
              <a:t>The blocks of free memory are varying in size and in random places.</a:t>
            </a:r>
          </a:p>
        </p:txBody>
      </p:sp>
      <p:sp>
        <p:nvSpPr>
          <p:cNvPr id="39" name="TextBox 38">
            <a:extLst>
              <a:ext uri="{FF2B5EF4-FFF2-40B4-BE49-F238E27FC236}">
                <a16:creationId xmlns:a16="http://schemas.microsoft.com/office/drawing/2014/main" id="{F4201E9B-543B-3D8B-A99D-C1C6955BF67A}"/>
              </a:ext>
            </a:extLst>
          </p:cNvPr>
          <p:cNvSpPr txBox="1"/>
          <p:nvPr/>
        </p:nvSpPr>
        <p:spPr>
          <a:xfrm>
            <a:off x="6791325" y="5191125"/>
            <a:ext cx="4229100" cy="1200329"/>
          </a:xfrm>
          <a:prstGeom prst="rect">
            <a:avLst/>
          </a:prstGeom>
          <a:noFill/>
        </p:spPr>
        <p:txBody>
          <a:bodyPr wrap="square" rtlCol="0">
            <a:spAutoFit/>
          </a:bodyPr>
          <a:lstStyle/>
          <a:p>
            <a:r>
              <a:rPr lang="en-GB" dirty="0"/>
              <a:t>Runtimes will try to defragment memory by relocating and merging free blocks, but it’s expensive and may not happen very often.</a:t>
            </a:r>
          </a:p>
        </p:txBody>
      </p:sp>
      <p:sp>
        <p:nvSpPr>
          <p:cNvPr id="3" name="Rectangle 2">
            <a:extLst>
              <a:ext uri="{FF2B5EF4-FFF2-40B4-BE49-F238E27FC236}">
                <a16:creationId xmlns:a16="http://schemas.microsoft.com/office/drawing/2014/main" id="{A6A45FD4-3DEE-E4A2-67D1-514D5EF37EC8}"/>
              </a:ext>
            </a:extLst>
          </p:cNvPr>
          <p:cNvSpPr/>
          <p:nvPr/>
        </p:nvSpPr>
        <p:spPr>
          <a:xfrm>
            <a:off x="1504948" y="1514473"/>
            <a:ext cx="95252" cy="49911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Arrow Connector 5">
            <a:extLst>
              <a:ext uri="{FF2B5EF4-FFF2-40B4-BE49-F238E27FC236}">
                <a16:creationId xmlns:a16="http://schemas.microsoft.com/office/drawing/2014/main" id="{DDCFC035-D2A9-B388-B95A-7F097B86E81E}"/>
              </a:ext>
            </a:extLst>
          </p:cNvPr>
          <p:cNvCxnSpPr>
            <a:stCxn id="18" idx="1"/>
          </p:cNvCxnSpPr>
          <p:nvPr/>
        </p:nvCxnSpPr>
        <p:spPr>
          <a:xfrm flipH="1">
            <a:off x="1628775" y="2137291"/>
            <a:ext cx="3200400" cy="2630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46D3848B-8D34-75FC-D2E2-4235317B6BAF}"/>
              </a:ext>
            </a:extLst>
          </p:cNvPr>
          <p:cNvSpPr txBox="1"/>
          <p:nvPr/>
        </p:nvSpPr>
        <p:spPr>
          <a:xfrm>
            <a:off x="1676400" y="2514600"/>
            <a:ext cx="2400300" cy="923330"/>
          </a:xfrm>
          <a:prstGeom prst="rect">
            <a:avLst/>
          </a:prstGeom>
          <a:noFill/>
        </p:spPr>
        <p:txBody>
          <a:bodyPr wrap="square" rtlCol="0">
            <a:spAutoFit/>
          </a:bodyPr>
          <a:lstStyle/>
          <a:p>
            <a:r>
              <a:rPr lang="en-GB" dirty="0"/>
              <a:t>The process memory looks like this at the beginning</a:t>
            </a:r>
          </a:p>
        </p:txBody>
      </p:sp>
      <p:sp>
        <p:nvSpPr>
          <p:cNvPr id="5" name="Arrow: Right 4">
            <a:extLst>
              <a:ext uri="{FF2B5EF4-FFF2-40B4-BE49-F238E27FC236}">
                <a16:creationId xmlns:a16="http://schemas.microsoft.com/office/drawing/2014/main" id="{9CA98EB6-6D33-D54A-BBAD-3E8DE3C80F15}"/>
              </a:ext>
            </a:extLst>
          </p:cNvPr>
          <p:cNvSpPr/>
          <p:nvPr/>
        </p:nvSpPr>
        <p:spPr>
          <a:xfrm>
            <a:off x="2362200" y="4248150"/>
            <a:ext cx="3028950" cy="1257300"/>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Later</a:t>
            </a:r>
          </a:p>
        </p:txBody>
      </p:sp>
    </p:spTree>
    <p:extLst>
      <p:ext uri="{BB962C8B-B14F-4D97-AF65-F5344CB8AC3E}">
        <p14:creationId xmlns:p14="http://schemas.microsoft.com/office/powerpoint/2010/main" val="447645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0-#ppt_w/2"/>
                                          </p:val>
                                        </p:tav>
                                        <p:tav tm="100000">
                                          <p:val>
                                            <p:strVal val="#ppt_x"/>
                                          </p:val>
                                        </p:tav>
                                      </p:tavLst>
                                    </p:anim>
                                    <p:anim calcmode="lin" valueType="num">
                                      <p:cBhvr additive="base">
                                        <p:cTn id="18" dur="500" fill="hold"/>
                                        <p:tgtEl>
                                          <p:spTgt spid="5"/>
                                        </p:tgtEl>
                                        <p:attrNameLst>
                                          <p:attrName>ppt_y</p:attrName>
                                        </p:attrNameLst>
                                      </p:cBhvr>
                                      <p:tavLst>
                                        <p:tav tm="0">
                                          <p:val>
                                            <p:strVal val="#ppt_y"/>
                                          </p:val>
                                        </p:tav>
                                        <p:tav tm="100000">
                                          <p:val>
                                            <p:strVal val="#ppt_y"/>
                                          </p:val>
                                        </p:tav>
                                      </p:tavLst>
                                    </p:anim>
                                  </p:childTnLst>
                                </p:cTn>
                              </p:par>
                              <p:par>
                                <p:cTn id="19" presetID="2" presetClass="entr" presetSubtype="8"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500" fill="hold"/>
                                        <p:tgtEl>
                                          <p:spTgt spid="20"/>
                                        </p:tgtEl>
                                        <p:attrNameLst>
                                          <p:attrName>ppt_x</p:attrName>
                                        </p:attrNameLst>
                                      </p:cBhvr>
                                      <p:tavLst>
                                        <p:tav tm="0">
                                          <p:val>
                                            <p:strVal val="0-#ppt_w/2"/>
                                          </p:val>
                                        </p:tav>
                                        <p:tav tm="100000">
                                          <p:val>
                                            <p:strVal val="#ppt_x"/>
                                          </p:val>
                                        </p:tav>
                                      </p:tavLst>
                                    </p:anim>
                                    <p:anim calcmode="lin" valueType="num">
                                      <p:cBhvr additive="base">
                                        <p:cTn id="22"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5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6" grpId="0"/>
      <p:bldP spid="37" grpId="0"/>
      <p:bldP spid="38" grpId="0"/>
      <p:bldP spid="39" grpId="0"/>
      <p:bldP spid="3" grpId="0" animBg="1"/>
      <p:bldP spid="22" grpId="0"/>
      <p:bldP spid="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FA327-80D3-4AD1-BD1A-A609A23C0EE3}"/>
              </a:ext>
            </a:extLst>
          </p:cNvPr>
          <p:cNvSpPr>
            <a:spLocks noGrp="1"/>
          </p:cNvSpPr>
          <p:nvPr>
            <p:ph type="title"/>
          </p:nvPr>
        </p:nvSpPr>
        <p:spPr/>
        <p:txBody>
          <a:bodyPr/>
          <a:lstStyle/>
          <a:p>
            <a:r>
              <a:rPr lang="en-GB" dirty="0"/>
              <a:t>Linked Lists </a:t>
            </a:r>
          </a:p>
        </p:txBody>
      </p:sp>
      <p:sp>
        <p:nvSpPr>
          <p:cNvPr id="3" name="Content Placeholder 2">
            <a:extLst>
              <a:ext uri="{FF2B5EF4-FFF2-40B4-BE49-F238E27FC236}">
                <a16:creationId xmlns:a16="http://schemas.microsoft.com/office/drawing/2014/main" id="{5960451B-E7C4-FB2B-191C-9A79A78E1E15}"/>
              </a:ext>
            </a:extLst>
          </p:cNvPr>
          <p:cNvSpPr>
            <a:spLocks noGrp="1"/>
          </p:cNvSpPr>
          <p:nvPr>
            <p:ph idx="1"/>
          </p:nvPr>
        </p:nvSpPr>
        <p:spPr>
          <a:xfrm>
            <a:off x="838200" y="1825625"/>
            <a:ext cx="10515600" cy="1374775"/>
          </a:xfrm>
        </p:spPr>
        <p:txBody>
          <a:bodyPr>
            <a:normAutofit fontScale="92500" lnSpcReduction="10000"/>
          </a:bodyPr>
          <a:lstStyle/>
          <a:p>
            <a:r>
              <a:rPr lang="en-GB" dirty="0"/>
              <a:t>Every </a:t>
            </a:r>
            <a:r>
              <a:rPr lang="en-GB" b="1" dirty="0"/>
              <a:t>node*</a:t>
            </a:r>
            <a:r>
              <a:rPr lang="en-GB" dirty="0"/>
              <a:t> is an object that contains:</a:t>
            </a:r>
          </a:p>
          <a:p>
            <a:pPr lvl="1"/>
            <a:r>
              <a:rPr lang="en-GB" dirty="0"/>
              <a:t>A piece of </a:t>
            </a:r>
            <a:r>
              <a:rPr lang="en-GB" b="1" dirty="0"/>
              <a:t>data</a:t>
            </a:r>
            <a:r>
              <a:rPr lang="en-GB" dirty="0"/>
              <a:t> (a primitive type, or a pointer to an object, </a:t>
            </a:r>
            <a:r>
              <a:rPr lang="en-GB" dirty="0">
                <a:solidFill>
                  <a:schemeClr val="tx1">
                    <a:lumMod val="50000"/>
                    <a:lumOff val="50000"/>
                  </a:schemeClr>
                </a:solidFill>
              </a:rPr>
              <a:t>or in some languages, the object itself</a:t>
            </a:r>
            <a:r>
              <a:rPr lang="en-GB" dirty="0"/>
              <a:t>)</a:t>
            </a:r>
          </a:p>
          <a:p>
            <a:pPr lvl="1"/>
            <a:r>
              <a:rPr lang="en-GB" dirty="0"/>
              <a:t>A “</a:t>
            </a:r>
            <a:r>
              <a:rPr lang="en-GB" b="1" dirty="0"/>
              <a:t>next</a:t>
            </a:r>
            <a:r>
              <a:rPr lang="en-GB" dirty="0"/>
              <a:t>” field that points to the next object in the list</a:t>
            </a:r>
          </a:p>
          <a:p>
            <a:pPr lvl="1"/>
            <a:endParaRPr lang="en-GB" dirty="0"/>
          </a:p>
          <a:p>
            <a:endParaRPr lang="en-GB" dirty="0"/>
          </a:p>
        </p:txBody>
      </p:sp>
      <p:grpSp>
        <p:nvGrpSpPr>
          <p:cNvPr id="14" name="Group 13">
            <a:extLst>
              <a:ext uri="{FF2B5EF4-FFF2-40B4-BE49-F238E27FC236}">
                <a16:creationId xmlns:a16="http://schemas.microsoft.com/office/drawing/2014/main" id="{527CF5BF-0989-8C01-DFA0-91748617D2EE}"/>
              </a:ext>
            </a:extLst>
          </p:cNvPr>
          <p:cNvGrpSpPr/>
          <p:nvPr/>
        </p:nvGrpSpPr>
        <p:grpSpPr>
          <a:xfrm>
            <a:off x="1485901" y="3790950"/>
            <a:ext cx="2428875" cy="885825"/>
            <a:chOff x="1428751" y="3324225"/>
            <a:chExt cx="2428875" cy="885825"/>
          </a:xfrm>
        </p:grpSpPr>
        <p:sp>
          <p:nvSpPr>
            <p:cNvPr id="4" name="Rectangle 3">
              <a:extLst>
                <a:ext uri="{FF2B5EF4-FFF2-40B4-BE49-F238E27FC236}">
                  <a16:creationId xmlns:a16="http://schemas.microsoft.com/office/drawing/2014/main" id="{C8D21A41-74B8-73D6-4C19-21299903676D}"/>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 name="Oval 4">
              <a:extLst>
                <a:ext uri="{FF2B5EF4-FFF2-40B4-BE49-F238E27FC236}">
                  <a16:creationId xmlns:a16="http://schemas.microsoft.com/office/drawing/2014/main" id="{8D041FF6-17B8-1AFC-91A2-EFF85CF8BB1D}"/>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 name="Rectangle 5">
              <a:extLst>
                <a:ext uri="{FF2B5EF4-FFF2-40B4-BE49-F238E27FC236}">
                  <a16:creationId xmlns:a16="http://schemas.microsoft.com/office/drawing/2014/main" id="{F54C2814-E19F-3E4F-377A-EA124A29FA5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1" name="Straight Arrow Connector 10">
              <a:extLst>
                <a:ext uri="{FF2B5EF4-FFF2-40B4-BE49-F238E27FC236}">
                  <a16:creationId xmlns:a16="http://schemas.microsoft.com/office/drawing/2014/main" id="{FF8529F2-1189-6E68-91E8-0C9B8CCC83C2}"/>
                </a:ext>
              </a:extLst>
            </p:cNvPr>
            <p:cNvCxnSpPr>
              <a:cxnSpLocks/>
              <a:stCxn id="5" idx="6"/>
              <a:endCxn id="16"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99F5D8D3-8808-9B73-7909-D4D1297D7354}"/>
              </a:ext>
            </a:extLst>
          </p:cNvPr>
          <p:cNvGrpSpPr/>
          <p:nvPr/>
        </p:nvGrpSpPr>
        <p:grpSpPr>
          <a:xfrm>
            <a:off x="3914776" y="3990975"/>
            <a:ext cx="2533650" cy="885825"/>
            <a:chOff x="1428751" y="3324225"/>
            <a:chExt cx="2533650" cy="885825"/>
          </a:xfrm>
        </p:grpSpPr>
        <p:sp>
          <p:nvSpPr>
            <p:cNvPr id="16" name="Rectangle 15">
              <a:extLst>
                <a:ext uri="{FF2B5EF4-FFF2-40B4-BE49-F238E27FC236}">
                  <a16:creationId xmlns:a16="http://schemas.microsoft.com/office/drawing/2014/main" id="{98573F59-18C3-590E-A29D-E67FC915F5DF}"/>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7" name="Oval 16">
              <a:extLst>
                <a:ext uri="{FF2B5EF4-FFF2-40B4-BE49-F238E27FC236}">
                  <a16:creationId xmlns:a16="http://schemas.microsoft.com/office/drawing/2014/main" id="{BF1FC5DB-F572-7A0C-29C6-341F866EDA9E}"/>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8" name="Rectangle 17">
              <a:extLst>
                <a:ext uri="{FF2B5EF4-FFF2-40B4-BE49-F238E27FC236}">
                  <a16:creationId xmlns:a16="http://schemas.microsoft.com/office/drawing/2014/main" id="{7387BA59-248C-7135-97BF-D002DA98FA8C}"/>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9" name="Straight Arrow Connector 18">
              <a:extLst>
                <a:ext uri="{FF2B5EF4-FFF2-40B4-BE49-F238E27FC236}">
                  <a16:creationId xmlns:a16="http://schemas.microsoft.com/office/drawing/2014/main" id="{E36AA575-507F-290A-3B66-96BB06A2710B}"/>
                </a:ext>
              </a:extLst>
            </p:cNvPr>
            <p:cNvCxnSpPr>
              <a:cxnSpLocks/>
              <a:stCxn id="17" idx="6"/>
              <a:endCxn id="24"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34825148-5B37-8DF2-8A3F-6D7657F654DF}"/>
              </a:ext>
            </a:extLst>
          </p:cNvPr>
          <p:cNvGrpSpPr/>
          <p:nvPr/>
        </p:nvGrpSpPr>
        <p:grpSpPr>
          <a:xfrm>
            <a:off x="6448426" y="4267200"/>
            <a:ext cx="2476499" cy="885825"/>
            <a:chOff x="1428751" y="3324225"/>
            <a:chExt cx="2476499" cy="885825"/>
          </a:xfrm>
        </p:grpSpPr>
        <p:sp>
          <p:nvSpPr>
            <p:cNvPr id="24" name="Rectangle 23">
              <a:extLst>
                <a:ext uri="{FF2B5EF4-FFF2-40B4-BE49-F238E27FC236}">
                  <a16:creationId xmlns:a16="http://schemas.microsoft.com/office/drawing/2014/main" id="{E16884F5-967F-3798-F9E6-DFDA0CBFA165}"/>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25" name="Oval 24">
              <a:extLst>
                <a:ext uri="{FF2B5EF4-FFF2-40B4-BE49-F238E27FC236}">
                  <a16:creationId xmlns:a16="http://schemas.microsoft.com/office/drawing/2014/main" id="{91BC2F53-9EB1-B4BC-69C0-609260D952E2}"/>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26" name="Rectangle 25">
              <a:extLst>
                <a:ext uri="{FF2B5EF4-FFF2-40B4-BE49-F238E27FC236}">
                  <a16:creationId xmlns:a16="http://schemas.microsoft.com/office/drawing/2014/main" id="{E64C64A6-150B-9C8C-87E4-8F14B2E060CA}"/>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27" name="Straight Arrow Connector 26">
              <a:extLst>
                <a:ext uri="{FF2B5EF4-FFF2-40B4-BE49-F238E27FC236}">
                  <a16:creationId xmlns:a16="http://schemas.microsoft.com/office/drawing/2014/main" id="{2609B186-CFEA-98D9-7508-1A91AFCF4844}"/>
                </a:ext>
              </a:extLst>
            </p:cNvPr>
            <p:cNvCxnSpPr>
              <a:cxnSpLocks/>
              <a:stCxn id="25" idx="6"/>
              <a:endCxn id="30"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30" name="Rectangle 29">
            <a:extLst>
              <a:ext uri="{FF2B5EF4-FFF2-40B4-BE49-F238E27FC236}">
                <a16:creationId xmlns:a16="http://schemas.microsoft.com/office/drawing/2014/main" id="{8C43A928-9142-ED85-BB89-78E4B7F5F56E}"/>
              </a:ext>
            </a:extLst>
          </p:cNvPr>
          <p:cNvSpPr/>
          <p:nvPr/>
        </p:nvSpPr>
        <p:spPr>
          <a:xfrm>
            <a:off x="8924925" y="468630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34" name="TextBox 33">
            <a:extLst>
              <a:ext uri="{FF2B5EF4-FFF2-40B4-BE49-F238E27FC236}">
                <a16:creationId xmlns:a16="http://schemas.microsoft.com/office/drawing/2014/main" id="{BFC20A31-6884-C1FA-E460-5EF50CB18CF5}"/>
              </a:ext>
            </a:extLst>
          </p:cNvPr>
          <p:cNvSpPr txBox="1"/>
          <p:nvPr/>
        </p:nvSpPr>
        <p:spPr>
          <a:xfrm>
            <a:off x="2152650" y="5467350"/>
            <a:ext cx="2819400" cy="646331"/>
          </a:xfrm>
          <a:prstGeom prst="rect">
            <a:avLst/>
          </a:prstGeom>
          <a:noFill/>
        </p:spPr>
        <p:txBody>
          <a:bodyPr wrap="square" rtlCol="0">
            <a:spAutoFit/>
          </a:bodyPr>
          <a:lstStyle/>
          <a:p>
            <a:r>
              <a:rPr lang="en-GB" dirty="0"/>
              <a:t>Blocks of memory don’t need to be contiguous</a:t>
            </a:r>
          </a:p>
        </p:txBody>
      </p:sp>
      <p:cxnSp>
        <p:nvCxnSpPr>
          <p:cNvPr id="36" name="Straight Arrow Connector 35">
            <a:extLst>
              <a:ext uri="{FF2B5EF4-FFF2-40B4-BE49-F238E27FC236}">
                <a16:creationId xmlns:a16="http://schemas.microsoft.com/office/drawing/2014/main" id="{B9A24445-742B-AC06-833E-D7D5088D6915}"/>
              </a:ext>
            </a:extLst>
          </p:cNvPr>
          <p:cNvCxnSpPr>
            <a:cxnSpLocks/>
            <a:stCxn id="34" idx="0"/>
          </p:cNvCxnSpPr>
          <p:nvPr/>
        </p:nvCxnSpPr>
        <p:spPr>
          <a:xfrm flipH="1" flipV="1">
            <a:off x="2552700" y="4962525"/>
            <a:ext cx="1009650" cy="5048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19AA5E0-59D3-E480-C51E-286808DD9CA7}"/>
              </a:ext>
            </a:extLst>
          </p:cNvPr>
          <p:cNvCxnSpPr>
            <a:stCxn id="34" idx="0"/>
          </p:cNvCxnSpPr>
          <p:nvPr/>
        </p:nvCxnSpPr>
        <p:spPr>
          <a:xfrm flipV="1">
            <a:off x="3562350" y="5067300"/>
            <a:ext cx="1066800" cy="4000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A90121AA-7D2D-66D2-EBF9-8C9D559E924A}"/>
              </a:ext>
            </a:extLst>
          </p:cNvPr>
          <p:cNvSpPr txBox="1"/>
          <p:nvPr/>
        </p:nvSpPr>
        <p:spPr>
          <a:xfrm>
            <a:off x="5943600" y="5543550"/>
            <a:ext cx="2190750" cy="923330"/>
          </a:xfrm>
          <a:prstGeom prst="rect">
            <a:avLst/>
          </a:prstGeom>
          <a:noFill/>
        </p:spPr>
        <p:txBody>
          <a:bodyPr wrap="square" rtlCol="0">
            <a:spAutoFit/>
          </a:bodyPr>
          <a:lstStyle/>
          <a:p>
            <a:r>
              <a:rPr lang="en-GB" dirty="0"/>
              <a:t>New elements only need a small block of free memory</a:t>
            </a:r>
          </a:p>
        </p:txBody>
      </p:sp>
      <p:grpSp>
        <p:nvGrpSpPr>
          <p:cNvPr id="7" name="Group 6">
            <a:extLst>
              <a:ext uri="{FF2B5EF4-FFF2-40B4-BE49-F238E27FC236}">
                <a16:creationId xmlns:a16="http://schemas.microsoft.com/office/drawing/2014/main" id="{AFCBE4FB-6E11-66F6-5107-D5B8ED49D09E}"/>
              </a:ext>
            </a:extLst>
          </p:cNvPr>
          <p:cNvGrpSpPr/>
          <p:nvPr/>
        </p:nvGrpSpPr>
        <p:grpSpPr>
          <a:xfrm rot="16668185">
            <a:off x="4324350" y="638176"/>
            <a:ext cx="228600" cy="733425"/>
            <a:chOff x="4029075" y="5143500"/>
            <a:chExt cx="228600" cy="733425"/>
          </a:xfrm>
        </p:grpSpPr>
        <p:sp>
          <p:nvSpPr>
            <p:cNvPr id="8" name="Oval 7">
              <a:extLst>
                <a:ext uri="{FF2B5EF4-FFF2-40B4-BE49-F238E27FC236}">
                  <a16:creationId xmlns:a16="http://schemas.microsoft.com/office/drawing/2014/main" id="{6F23EE09-132B-FD99-CC16-62E76D4D56B5}"/>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6CD0C51F-FAE1-82F8-A6CC-C5A5C712BD93}"/>
                </a:ext>
              </a:extLst>
            </p:cNvPr>
            <p:cNvGrpSpPr/>
            <p:nvPr/>
          </p:nvGrpSpPr>
          <p:grpSpPr>
            <a:xfrm>
              <a:off x="4029075" y="5143500"/>
              <a:ext cx="171450" cy="209550"/>
              <a:chOff x="4029075" y="5143500"/>
              <a:chExt cx="171450" cy="209550"/>
            </a:xfrm>
          </p:grpSpPr>
          <p:sp>
            <p:nvSpPr>
              <p:cNvPr id="28" name="Oval 27">
                <a:extLst>
                  <a:ext uri="{FF2B5EF4-FFF2-40B4-BE49-F238E27FC236}">
                    <a16:creationId xmlns:a16="http://schemas.microsoft.com/office/drawing/2014/main" id="{4FFBA75D-F0A0-D7D6-2ADB-67FAE48B7F60}"/>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9" name="Straight Arrow Connector 28">
                <a:extLst>
                  <a:ext uri="{FF2B5EF4-FFF2-40B4-BE49-F238E27FC236}">
                    <a16:creationId xmlns:a16="http://schemas.microsoft.com/office/drawing/2014/main" id="{11E264ED-0AF4-F228-EEA6-045A3CFA5AF5}"/>
                  </a:ext>
                </a:extLst>
              </p:cNvPr>
              <p:cNvCxnSpPr>
                <a:cxnSpLocks/>
                <a:stCxn id="28" idx="5"/>
                <a:endCxn id="2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0" name="Group 9">
              <a:extLst>
                <a:ext uri="{FF2B5EF4-FFF2-40B4-BE49-F238E27FC236}">
                  <a16:creationId xmlns:a16="http://schemas.microsoft.com/office/drawing/2014/main" id="{D6CDF41D-B397-C265-3A31-CDF2DFC85C58}"/>
                </a:ext>
              </a:extLst>
            </p:cNvPr>
            <p:cNvGrpSpPr/>
            <p:nvPr/>
          </p:nvGrpSpPr>
          <p:grpSpPr>
            <a:xfrm>
              <a:off x="4105275" y="5353050"/>
              <a:ext cx="152400" cy="200025"/>
              <a:chOff x="3990975" y="5143500"/>
              <a:chExt cx="152400" cy="200025"/>
            </a:xfrm>
          </p:grpSpPr>
          <p:sp>
            <p:nvSpPr>
              <p:cNvPr id="21" name="Oval 20">
                <a:extLst>
                  <a:ext uri="{FF2B5EF4-FFF2-40B4-BE49-F238E27FC236}">
                    <a16:creationId xmlns:a16="http://schemas.microsoft.com/office/drawing/2014/main" id="{1197A075-0EC3-D6D1-9EAD-5E9A27C63414}"/>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Straight Arrow Connector 21">
                <a:extLst>
                  <a:ext uri="{FF2B5EF4-FFF2-40B4-BE49-F238E27FC236}">
                    <a16:creationId xmlns:a16="http://schemas.microsoft.com/office/drawing/2014/main" id="{08DE6F5F-CB37-9194-DF7F-1F30E7125265}"/>
                  </a:ext>
                </a:extLst>
              </p:cNvPr>
              <p:cNvCxnSpPr>
                <a:cxnSpLocks/>
                <a:stCxn id="21" idx="5"/>
                <a:endCxn id="13"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D057B97B-FD86-9FB6-345E-DEF99E5C7867}"/>
                </a:ext>
              </a:extLst>
            </p:cNvPr>
            <p:cNvGrpSpPr/>
            <p:nvPr/>
          </p:nvGrpSpPr>
          <p:grpSpPr>
            <a:xfrm>
              <a:off x="4048125" y="5553075"/>
              <a:ext cx="123825" cy="209550"/>
              <a:chOff x="4029075" y="5143500"/>
              <a:chExt cx="123825" cy="209550"/>
            </a:xfrm>
          </p:grpSpPr>
          <p:sp>
            <p:nvSpPr>
              <p:cNvPr id="13" name="Oval 12">
                <a:extLst>
                  <a:ext uri="{FF2B5EF4-FFF2-40B4-BE49-F238E27FC236}">
                    <a16:creationId xmlns:a16="http://schemas.microsoft.com/office/drawing/2014/main" id="{725562DD-6E1C-E258-6E9B-91C60F74B3DA}"/>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0FA14FBA-AC54-146A-E402-06A676A79469}"/>
                  </a:ext>
                </a:extLst>
              </p:cNvPr>
              <p:cNvCxnSpPr>
                <a:cxnSpLocks/>
                <a:stCxn id="13" idx="5"/>
                <a:endCxn id="8"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
        <p:nvSpPr>
          <p:cNvPr id="31" name="TextBox 30">
            <a:extLst>
              <a:ext uri="{FF2B5EF4-FFF2-40B4-BE49-F238E27FC236}">
                <a16:creationId xmlns:a16="http://schemas.microsoft.com/office/drawing/2014/main" id="{A7C5EFB3-266D-A6E7-860B-86645872A46A}"/>
              </a:ext>
            </a:extLst>
          </p:cNvPr>
          <p:cNvSpPr txBox="1"/>
          <p:nvPr/>
        </p:nvSpPr>
        <p:spPr>
          <a:xfrm>
            <a:off x="8924925" y="5619404"/>
            <a:ext cx="2617297" cy="1200329"/>
          </a:xfrm>
          <a:prstGeom prst="rect">
            <a:avLst/>
          </a:prstGeom>
          <a:noFill/>
        </p:spPr>
        <p:txBody>
          <a:bodyPr wrap="square" rtlCol="0">
            <a:spAutoFit/>
          </a:bodyPr>
          <a:lstStyle/>
          <a:p>
            <a:r>
              <a:rPr lang="en-GB" dirty="0"/>
              <a:t>*We’ll use the word </a:t>
            </a:r>
            <a:r>
              <a:rPr lang="en-GB" b="1" dirty="0"/>
              <a:t>node</a:t>
            </a:r>
            <a:r>
              <a:rPr lang="en-GB" dirty="0"/>
              <a:t> to refer to the object that contains the item of data.</a:t>
            </a:r>
          </a:p>
        </p:txBody>
      </p:sp>
    </p:spTree>
    <p:extLst>
      <p:ext uri="{BB962C8B-B14F-4D97-AF65-F5344CB8AC3E}">
        <p14:creationId xmlns:p14="http://schemas.microsoft.com/office/powerpoint/2010/main" val="255135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31"/>
                                        </p:tgtEl>
                                        <p:attrNameLst>
                                          <p:attrName>style.visibility</p:attrName>
                                        </p:attrNameLst>
                                      </p:cBhvr>
                                      <p:to>
                                        <p:strVal val="visible"/>
                                      </p:to>
                                    </p:set>
                                    <p:anim calcmode="lin" valueType="num">
                                      <p:cBhvr additive="base">
                                        <p:cTn id="12" dur="500" fill="hold"/>
                                        <p:tgtEl>
                                          <p:spTgt spid="31"/>
                                        </p:tgtEl>
                                        <p:attrNameLst>
                                          <p:attrName>ppt_x</p:attrName>
                                        </p:attrNameLst>
                                      </p:cBhvr>
                                      <p:tavLst>
                                        <p:tav tm="0">
                                          <p:val>
                                            <p:strVal val="#ppt_x"/>
                                          </p:val>
                                        </p:tav>
                                        <p:tav tm="100000">
                                          <p:val>
                                            <p:strVal val="#ppt_x"/>
                                          </p:val>
                                        </p:tav>
                                      </p:tavLst>
                                    </p:anim>
                                    <p:anim calcmode="lin" valueType="num">
                                      <p:cBhvr additive="base">
                                        <p:cTn id="13"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nodeType="clickEffect">
                                  <p:stCondLst>
                                    <p:cond delay="0"/>
                                  </p:stCondLst>
                                  <p:childTnLst>
                                    <p:set>
                                      <p:cBhvr>
                                        <p:cTn id="29" dur="1" fill="hold">
                                          <p:stCondLst>
                                            <p:cond delay="0"/>
                                          </p:stCondLst>
                                        </p:cTn>
                                        <p:tgtEl>
                                          <p:spTgt spid="14"/>
                                        </p:tgtEl>
                                        <p:attrNameLst>
                                          <p:attrName>style.visibility</p:attrName>
                                        </p:attrNameLst>
                                      </p:cBhvr>
                                      <p:to>
                                        <p:strVal val="visible"/>
                                      </p:to>
                                    </p:set>
                                    <p:anim calcmode="lin" valueType="num">
                                      <p:cBhvr additive="base">
                                        <p:cTn id="30" dur="500" fill="hold"/>
                                        <p:tgtEl>
                                          <p:spTgt spid="14"/>
                                        </p:tgtEl>
                                        <p:attrNameLst>
                                          <p:attrName>ppt_x</p:attrName>
                                        </p:attrNameLst>
                                      </p:cBhvr>
                                      <p:tavLst>
                                        <p:tav tm="0">
                                          <p:val>
                                            <p:strVal val="#ppt_x"/>
                                          </p:val>
                                        </p:tav>
                                        <p:tav tm="100000">
                                          <p:val>
                                            <p:strVal val="#ppt_x"/>
                                          </p:val>
                                        </p:tav>
                                      </p:tavLst>
                                    </p:anim>
                                    <p:anim calcmode="lin" valueType="num">
                                      <p:cBhvr additive="base">
                                        <p:cTn id="31"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2" presetClass="entr" presetSubtype="4" fill="hold" nodeType="clickEffect">
                                  <p:stCondLst>
                                    <p:cond delay="0"/>
                                  </p:stCondLst>
                                  <p:childTnLst>
                                    <p:set>
                                      <p:cBhvr>
                                        <p:cTn id="35" dur="1" fill="hold">
                                          <p:stCondLst>
                                            <p:cond delay="0"/>
                                          </p:stCondLst>
                                        </p:cTn>
                                        <p:tgtEl>
                                          <p:spTgt spid="15"/>
                                        </p:tgtEl>
                                        <p:attrNameLst>
                                          <p:attrName>style.visibility</p:attrName>
                                        </p:attrNameLst>
                                      </p:cBhvr>
                                      <p:to>
                                        <p:strVal val="visible"/>
                                      </p:to>
                                    </p:set>
                                    <p:anim calcmode="lin" valueType="num">
                                      <p:cBhvr additive="base">
                                        <p:cTn id="36" dur="500" fill="hold"/>
                                        <p:tgtEl>
                                          <p:spTgt spid="15"/>
                                        </p:tgtEl>
                                        <p:attrNameLst>
                                          <p:attrName>ppt_x</p:attrName>
                                        </p:attrNameLst>
                                      </p:cBhvr>
                                      <p:tavLst>
                                        <p:tav tm="0">
                                          <p:val>
                                            <p:strVal val="#ppt_x"/>
                                          </p:val>
                                        </p:tav>
                                        <p:tav tm="100000">
                                          <p:val>
                                            <p:strVal val="#ppt_x"/>
                                          </p:val>
                                        </p:tav>
                                      </p:tavLst>
                                    </p:anim>
                                    <p:anim calcmode="lin" valueType="num">
                                      <p:cBhvr additive="base">
                                        <p:cTn id="3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23"/>
                                        </p:tgtEl>
                                        <p:attrNameLst>
                                          <p:attrName>style.visibility</p:attrName>
                                        </p:attrNameLst>
                                      </p:cBhvr>
                                      <p:to>
                                        <p:strVal val="visible"/>
                                      </p:to>
                                    </p:set>
                                    <p:anim calcmode="lin" valueType="num">
                                      <p:cBhvr additive="base">
                                        <p:cTn id="42" dur="500" fill="hold"/>
                                        <p:tgtEl>
                                          <p:spTgt spid="23"/>
                                        </p:tgtEl>
                                        <p:attrNameLst>
                                          <p:attrName>ppt_x</p:attrName>
                                        </p:attrNameLst>
                                      </p:cBhvr>
                                      <p:tavLst>
                                        <p:tav tm="0">
                                          <p:val>
                                            <p:strVal val="#ppt_x"/>
                                          </p:val>
                                        </p:tav>
                                        <p:tav tm="100000">
                                          <p:val>
                                            <p:strVal val="#ppt_x"/>
                                          </p:val>
                                        </p:tav>
                                      </p:tavLst>
                                    </p:anim>
                                    <p:anim calcmode="lin" valueType="num">
                                      <p:cBhvr additive="base">
                                        <p:cTn id="43"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30"/>
                                        </p:tgtEl>
                                        <p:attrNameLst>
                                          <p:attrName>style.visibility</p:attrName>
                                        </p:attrNameLst>
                                      </p:cBhvr>
                                      <p:to>
                                        <p:strVal val="visible"/>
                                      </p:to>
                                    </p:set>
                                    <p:anim calcmode="lin" valueType="num">
                                      <p:cBhvr additive="base">
                                        <p:cTn id="48" dur="500" fill="hold"/>
                                        <p:tgtEl>
                                          <p:spTgt spid="30"/>
                                        </p:tgtEl>
                                        <p:attrNameLst>
                                          <p:attrName>ppt_x</p:attrName>
                                        </p:attrNameLst>
                                      </p:cBhvr>
                                      <p:tavLst>
                                        <p:tav tm="0">
                                          <p:val>
                                            <p:strVal val="#ppt_x"/>
                                          </p:val>
                                        </p:tav>
                                        <p:tav tm="100000">
                                          <p:val>
                                            <p:strVal val="#ppt_x"/>
                                          </p:val>
                                        </p:tav>
                                      </p:tavLst>
                                    </p:anim>
                                    <p:anim calcmode="lin" valueType="num">
                                      <p:cBhvr additive="base">
                                        <p:cTn id="49"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2" presetClass="entr" presetSubtype="4" fill="hold" grpId="0" nodeType="clickEffect">
                                  <p:stCondLst>
                                    <p:cond delay="0"/>
                                  </p:stCondLst>
                                  <p:childTnLst>
                                    <p:set>
                                      <p:cBhvr>
                                        <p:cTn id="53" dur="1" fill="hold">
                                          <p:stCondLst>
                                            <p:cond delay="0"/>
                                          </p:stCondLst>
                                        </p:cTn>
                                        <p:tgtEl>
                                          <p:spTgt spid="34"/>
                                        </p:tgtEl>
                                        <p:attrNameLst>
                                          <p:attrName>style.visibility</p:attrName>
                                        </p:attrNameLst>
                                      </p:cBhvr>
                                      <p:to>
                                        <p:strVal val="visible"/>
                                      </p:to>
                                    </p:set>
                                    <p:anim calcmode="lin" valueType="num">
                                      <p:cBhvr additive="base">
                                        <p:cTn id="54" dur="500" fill="hold"/>
                                        <p:tgtEl>
                                          <p:spTgt spid="34"/>
                                        </p:tgtEl>
                                        <p:attrNameLst>
                                          <p:attrName>ppt_x</p:attrName>
                                        </p:attrNameLst>
                                      </p:cBhvr>
                                      <p:tavLst>
                                        <p:tav tm="0">
                                          <p:val>
                                            <p:strVal val="#ppt_x"/>
                                          </p:val>
                                        </p:tav>
                                        <p:tav tm="100000">
                                          <p:val>
                                            <p:strVal val="#ppt_x"/>
                                          </p:val>
                                        </p:tav>
                                      </p:tavLst>
                                    </p:anim>
                                    <p:anim calcmode="lin" valueType="num">
                                      <p:cBhvr additive="base">
                                        <p:cTn id="55" dur="500" fill="hold"/>
                                        <p:tgtEl>
                                          <p:spTgt spid="34"/>
                                        </p:tgtEl>
                                        <p:attrNameLst>
                                          <p:attrName>ppt_y</p:attrName>
                                        </p:attrNameLst>
                                      </p:cBhvr>
                                      <p:tavLst>
                                        <p:tav tm="0">
                                          <p:val>
                                            <p:strVal val="1+#ppt_h/2"/>
                                          </p:val>
                                        </p:tav>
                                        <p:tav tm="100000">
                                          <p:val>
                                            <p:strVal val="#ppt_y"/>
                                          </p:val>
                                        </p:tav>
                                      </p:tavLst>
                                    </p:anim>
                                  </p:childTnLst>
                                </p:cTn>
                              </p:par>
                              <p:par>
                                <p:cTn id="56" presetID="2" presetClass="entr" presetSubtype="4"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 calcmode="lin" valueType="num">
                                      <p:cBhvr additive="base">
                                        <p:cTn id="58" dur="500" fill="hold"/>
                                        <p:tgtEl>
                                          <p:spTgt spid="38"/>
                                        </p:tgtEl>
                                        <p:attrNameLst>
                                          <p:attrName>ppt_x</p:attrName>
                                        </p:attrNameLst>
                                      </p:cBhvr>
                                      <p:tavLst>
                                        <p:tav tm="0">
                                          <p:val>
                                            <p:strVal val="#ppt_x"/>
                                          </p:val>
                                        </p:tav>
                                        <p:tav tm="100000">
                                          <p:val>
                                            <p:strVal val="#ppt_x"/>
                                          </p:val>
                                        </p:tav>
                                      </p:tavLst>
                                    </p:anim>
                                    <p:anim calcmode="lin" valueType="num">
                                      <p:cBhvr additive="base">
                                        <p:cTn id="59" dur="500" fill="hold"/>
                                        <p:tgtEl>
                                          <p:spTgt spid="38"/>
                                        </p:tgtEl>
                                        <p:attrNameLst>
                                          <p:attrName>ppt_y</p:attrName>
                                        </p:attrNameLst>
                                      </p:cBhvr>
                                      <p:tavLst>
                                        <p:tav tm="0">
                                          <p:val>
                                            <p:strVal val="1+#ppt_h/2"/>
                                          </p:val>
                                        </p:tav>
                                        <p:tav tm="100000">
                                          <p:val>
                                            <p:strVal val="#ppt_y"/>
                                          </p:val>
                                        </p:tav>
                                      </p:tavLst>
                                    </p:anim>
                                  </p:childTnLst>
                                </p:cTn>
                              </p:par>
                              <p:par>
                                <p:cTn id="60" presetID="2" presetClass="entr" presetSubtype="4" fill="hold" nodeType="withEffect">
                                  <p:stCondLst>
                                    <p:cond delay="0"/>
                                  </p:stCondLst>
                                  <p:childTnLst>
                                    <p:set>
                                      <p:cBhvr>
                                        <p:cTn id="61" dur="1" fill="hold">
                                          <p:stCondLst>
                                            <p:cond delay="0"/>
                                          </p:stCondLst>
                                        </p:cTn>
                                        <p:tgtEl>
                                          <p:spTgt spid="36"/>
                                        </p:tgtEl>
                                        <p:attrNameLst>
                                          <p:attrName>style.visibility</p:attrName>
                                        </p:attrNameLst>
                                      </p:cBhvr>
                                      <p:to>
                                        <p:strVal val="visible"/>
                                      </p:to>
                                    </p:set>
                                    <p:anim calcmode="lin" valueType="num">
                                      <p:cBhvr additive="base">
                                        <p:cTn id="62" dur="500" fill="hold"/>
                                        <p:tgtEl>
                                          <p:spTgt spid="36"/>
                                        </p:tgtEl>
                                        <p:attrNameLst>
                                          <p:attrName>ppt_x</p:attrName>
                                        </p:attrNameLst>
                                      </p:cBhvr>
                                      <p:tavLst>
                                        <p:tav tm="0">
                                          <p:val>
                                            <p:strVal val="#ppt_x"/>
                                          </p:val>
                                        </p:tav>
                                        <p:tav tm="100000">
                                          <p:val>
                                            <p:strVal val="#ppt_x"/>
                                          </p:val>
                                        </p:tav>
                                      </p:tavLst>
                                    </p:anim>
                                    <p:anim calcmode="lin" valueType="num">
                                      <p:cBhvr additive="base">
                                        <p:cTn id="63"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2" presetClass="entr" presetSubtype="4" fill="hold" grpId="0" nodeType="clickEffect">
                                  <p:stCondLst>
                                    <p:cond delay="0"/>
                                  </p:stCondLst>
                                  <p:childTnLst>
                                    <p:set>
                                      <p:cBhvr>
                                        <p:cTn id="67" dur="1" fill="hold">
                                          <p:stCondLst>
                                            <p:cond delay="0"/>
                                          </p:stCondLst>
                                        </p:cTn>
                                        <p:tgtEl>
                                          <p:spTgt spid="40"/>
                                        </p:tgtEl>
                                        <p:attrNameLst>
                                          <p:attrName>style.visibility</p:attrName>
                                        </p:attrNameLst>
                                      </p:cBhvr>
                                      <p:to>
                                        <p:strVal val="visible"/>
                                      </p:to>
                                    </p:set>
                                    <p:anim calcmode="lin" valueType="num">
                                      <p:cBhvr additive="base">
                                        <p:cTn id="68" dur="500" fill="hold"/>
                                        <p:tgtEl>
                                          <p:spTgt spid="40"/>
                                        </p:tgtEl>
                                        <p:attrNameLst>
                                          <p:attrName>ppt_x</p:attrName>
                                        </p:attrNameLst>
                                      </p:cBhvr>
                                      <p:tavLst>
                                        <p:tav tm="0">
                                          <p:val>
                                            <p:strVal val="#ppt_x"/>
                                          </p:val>
                                        </p:tav>
                                        <p:tav tm="100000">
                                          <p:val>
                                            <p:strVal val="#ppt_x"/>
                                          </p:val>
                                        </p:tav>
                                      </p:tavLst>
                                    </p:anim>
                                    <p:anim calcmode="lin" valueType="num">
                                      <p:cBhvr additive="base">
                                        <p:cTn id="69"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0" grpId="0" animBg="1"/>
      <p:bldP spid="34" grpId="0"/>
      <p:bldP spid="40" grpId="0"/>
      <p:bldP spid="3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95CEF-DC13-DA8F-90CC-349C1092E48D}"/>
              </a:ext>
            </a:extLst>
          </p:cNvPr>
          <p:cNvSpPr>
            <a:spLocks noGrp="1"/>
          </p:cNvSpPr>
          <p:nvPr>
            <p:ph type="title"/>
          </p:nvPr>
        </p:nvSpPr>
        <p:spPr/>
        <p:txBody>
          <a:bodyPr/>
          <a:lstStyle/>
          <a:p>
            <a:r>
              <a:rPr lang="en-GB" dirty="0"/>
              <a:t>Linked List insertion is quick</a:t>
            </a:r>
          </a:p>
        </p:txBody>
      </p:sp>
      <p:grpSp>
        <p:nvGrpSpPr>
          <p:cNvPr id="4" name="Group 3">
            <a:extLst>
              <a:ext uri="{FF2B5EF4-FFF2-40B4-BE49-F238E27FC236}">
                <a16:creationId xmlns:a16="http://schemas.microsoft.com/office/drawing/2014/main" id="{15CC6284-4AB2-335E-FCE1-A787FDE827BF}"/>
              </a:ext>
            </a:extLst>
          </p:cNvPr>
          <p:cNvGrpSpPr/>
          <p:nvPr/>
        </p:nvGrpSpPr>
        <p:grpSpPr>
          <a:xfrm>
            <a:off x="1390651" y="2066925"/>
            <a:ext cx="2428875" cy="885825"/>
            <a:chOff x="1428751" y="3324225"/>
            <a:chExt cx="2428875" cy="885825"/>
          </a:xfrm>
        </p:grpSpPr>
        <p:sp>
          <p:nvSpPr>
            <p:cNvPr id="5" name="Rectangle 4">
              <a:extLst>
                <a:ext uri="{FF2B5EF4-FFF2-40B4-BE49-F238E27FC236}">
                  <a16:creationId xmlns:a16="http://schemas.microsoft.com/office/drawing/2014/main" id="{009082ED-C381-4817-1E6A-FCCB15DD53F2}"/>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 name="Oval 5">
              <a:extLst>
                <a:ext uri="{FF2B5EF4-FFF2-40B4-BE49-F238E27FC236}">
                  <a16:creationId xmlns:a16="http://schemas.microsoft.com/office/drawing/2014/main" id="{96955671-8E75-C53A-38DF-2ACE5190E21B}"/>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 name="Rectangle 6">
              <a:extLst>
                <a:ext uri="{FF2B5EF4-FFF2-40B4-BE49-F238E27FC236}">
                  <a16:creationId xmlns:a16="http://schemas.microsoft.com/office/drawing/2014/main" id="{FE8CD382-306A-E540-C115-785FECED677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 name="Straight Arrow Connector 7">
              <a:extLst>
                <a:ext uri="{FF2B5EF4-FFF2-40B4-BE49-F238E27FC236}">
                  <a16:creationId xmlns:a16="http://schemas.microsoft.com/office/drawing/2014/main" id="{6F52E7C8-E996-CB0F-3D4A-42EC188A7702}"/>
                </a:ext>
              </a:extLst>
            </p:cNvPr>
            <p:cNvCxnSpPr>
              <a:cxnSpLocks/>
              <a:stCxn id="6" idx="6"/>
              <a:endCxn id="10"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6FF4391F-3E1B-68A1-2B7F-E7D2A0E1A46E}"/>
              </a:ext>
            </a:extLst>
          </p:cNvPr>
          <p:cNvGrpSpPr/>
          <p:nvPr/>
        </p:nvGrpSpPr>
        <p:grpSpPr>
          <a:xfrm>
            <a:off x="3819526" y="2266950"/>
            <a:ext cx="2533650" cy="885825"/>
            <a:chOff x="1428751" y="3324225"/>
            <a:chExt cx="2533650" cy="885825"/>
          </a:xfrm>
        </p:grpSpPr>
        <p:sp>
          <p:nvSpPr>
            <p:cNvPr id="10" name="Rectangle 9">
              <a:extLst>
                <a:ext uri="{FF2B5EF4-FFF2-40B4-BE49-F238E27FC236}">
                  <a16:creationId xmlns:a16="http://schemas.microsoft.com/office/drawing/2014/main" id="{065D65CD-02CC-F81A-5221-2F4BCF6F1ED0}"/>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1" name="Oval 10">
              <a:extLst>
                <a:ext uri="{FF2B5EF4-FFF2-40B4-BE49-F238E27FC236}">
                  <a16:creationId xmlns:a16="http://schemas.microsoft.com/office/drawing/2014/main" id="{BAA4D4D6-3CF3-98AE-8881-F818C5C60EC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2" name="Rectangle 11">
              <a:extLst>
                <a:ext uri="{FF2B5EF4-FFF2-40B4-BE49-F238E27FC236}">
                  <a16:creationId xmlns:a16="http://schemas.microsoft.com/office/drawing/2014/main" id="{3881AD0E-527D-A5C1-48CC-79BAE83457AE}"/>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3" name="Straight Arrow Connector 12">
              <a:extLst>
                <a:ext uri="{FF2B5EF4-FFF2-40B4-BE49-F238E27FC236}">
                  <a16:creationId xmlns:a16="http://schemas.microsoft.com/office/drawing/2014/main" id="{8E45664F-3981-D4CA-E28A-3A4DC3E07EC3}"/>
                </a:ext>
              </a:extLst>
            </p:cNvPr>
            <p:cNvCxnSpPr>
              <a:cxnSpLocks/>
              <a:stCxn id="11" idx="6"/>
              <a:endCxn id="15"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C63B511E-4F98-049D-DF29-4CA7846729C5}"/>
              </a:ext>
            </a:extLst>
          </p:cNvPr>
          <p:cNvGrpSpPr/>
          <p:nvPr/>
        </p:nvGrpSpPr>
        <p:grpSpPr>
          <a:xfrm>
            <a:off x="6353176" y="2543175"/>
            <a:ext cx="2476499" cy="885825"/>
            <a:chOff x="1428751" y="3324225"/>
            <a:chExt cx="2476499" cy="885825"/>
          </a:xfrm>
        </p:grpSpPr>
        <p:sp>
          <p:nvSpPr>
            <p:cNvPr id="15" name="Rectangle 14">
              <a:extLst>
                <a:ext uri="{FF2B5EF4-FFF2-40B4-BE49-F238E27FC236}">
                  <a16:creationId xmlns:a16="http://schemas.microsoft.com/office/drawing/2014/main" id="{471FC967-DC41-4C33-6108-8F3A01AD50BE}"/>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6" name="Oval 15">
              <a:extLst>
                <a:ext uri="{FF2B5EF4-FFF2-40B4-BE49-F238E27FC236}">
                  <a16:creationId xmlns:a16="http://schemas.microsoft.com/office/drawing/2014/main" id="{38C40CA4-AB6E-9CAF-3B0A-7A869704F18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7" name="Rectangle 16">
              <a:extLst>
                <a:ext uri="{FF2B5EF4-FFF2-40B4-BE49-F238E27FC236}">
                  <a16:creationId xmlns:a16="http://schemas.microsoft.com/office/drawing/2014/main" id="{83C727D1-31CB-8F89-413B-96845FDD3A82}"/>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8" name="Straight Arrow Connector 17">
              <a:extLst>
                <a:ext uri="{FF2B5EF4-FFF2-40B4-BE49-F238E27FC236}">
                  <a16:creationId xmlns:a16="http://schemas.microsoft.com/office/drawing/2014/main" id="{454C512B-C43C-7B14-1021-57A75E06891D}"/>
                </a:ext>
              </a:extLst>
            </p:cNvPr>
            <p:cNvCxnSpPr>
              <a:cxnSpLocks/>
              <a:stCxn id="16" idx="6"/>
              <a:endCxn id="19"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9" name="Rectangle 18">
            <a:extLst>
              <a:ext uri="{FF2B5EF4-FFF2-40B4-BE49-F238E27FC236}">
                <a16:creationId xmlns:a16="http://schemas.microsoft.com/office/drawing/2014/main" id="{39D9BFE1-A540-34C7-4465-DA27CA6A617E}"/>
              </a:ext>
            </a:extLst>
          </p:cNvPr>
          <p:cNvSpPr/>
          <p:nvPr/>
        </p:nvSpPr>
        <p:spPr>
          <a:xfrm>
            <a:off x="8829675" y="2962275"/>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grpSp>
        <p:nvGrpSpPr>
          <p:cNvPr id="3" name="Group 2">
            <a:extLst>
              <a:ext uri="{FF2B5EF4-FFF2-40B4-BE49-F238E27FC236}">
                <a16:creationId xmlns:a16="http://schemas.microsoft.com/office/drawing/2014/main" id="{5ED8523B-8ECE-C9FE-4BD9-EB034BA1888D}"/>
              </a:ext>
            </a:extLst>
          </p:cNvPr>
          <p:cNvGrpSpPr/>
          <p:nvPr/>
        </p:nvGrpSpPr>
        <p:grpSpPr>
          <a:xfrm>
            <a:off x="4552951" y="2490788"/>
            <a:ext cx="1885950" cy="2719387"/>
            <a:chOff x="4552951" y="2490788"/>
            <a:chExt cx="1885950" cy="2719387"/>
          </a:xfrm>
        </p:grpSpPr>
        <p:grpSp>
          <p:nvGrpSpPr>
            <p:cNvPr id="23" name="Group 22">
              <a:extLst>
                <a:ext uri="{FF2B5EF4-FFF2-40B4-BE49-F238E27FC236}">
                  <a16:creationId xmlns:a16="http://schemas.microsoft.com/office/drawing/2014/main" id="{FBE6CB83-5F86-FF77-CB97-7E83D84A7DAC}"/>
                </a:ext>
              </a:extLst>
            </p:cNvPr>
            <p:cNvGrpSpPr/>
            <p:nvPr/>
          </p:nvGrpSpPr>
          <p:grpSpPr>
            <a:xfrm>
              <a:off x="4552951" y="4324350"/>
              <a:ext cx="1885950" cy="885825"/>
              <a:chOff x="1428751" y="3324225"/>
              <a:chExt cx="1885950" cy="885825"/>
            </a:xfrm>
          </p:grpSpPr>
          <p:sp>
            <p:nvSpPr>
              <p:cNvPr id="24" name="Rectangle 23">
                <a:extLst>
                  <a:ext uri="{FF2B5EF4-FFF2-40B4-BE49-F238E27FC236}">
                    <a16:creationId xmlns:a16="http://schemas.microsoft.com/office/drawing/2014/main" id="{B4C013C6-AB20-3809-747F-55882F3AAAE8}"/>
                  </a:ext>
                </a:extLst>
              </p:cNvPr>
              <p:cNvSpPr/>
              <p:nvPr/>
            </p:nvSpPr>
            <p:spPr>
              <a:xfrm>
                <a:off x="1428751" y="3324225"/>
                <a:ext cx="1885950" cy="885825"/>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25" name="Oval 24">
                <a:extLst>
                  <a:ext uri="{FF2B5EF4-FFF2-40B4-BE49-F238E27FC236}">
                    <a16:creationId xmlns:a16="http://schemas.microsoft.com/office/drawing/2014/main" id="{131D2771-F0DC-D361-EB9D-5948DA435970}"/>
                  </a:ext>
                </a:extLst>
              </p:cNvPr>
              <p:cNvSpPr/>
              <p:nvPr/>
            </p:nvSpPr>
            <p:spPr>
              <a:xfrm>
                <a:off x="2000251" y="3409950"/>
                <a:ext cx="914400" cy="276225"/>
              </a:xfrm>
              <a:prstGeom prst="ellipse">
                <a:avLst/>
              </a:prstGeom>
              <a:solidFill>
                <a:schemeClr val="accent1">
                  <a:alpha val="3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26" name="Rectangle 25">
                <a:extLst>
                  <a:ext uri="{FF2B5EF4-FFF2-40B4-BE49-F238E27FC236}">
                    <a16:creationId xmlns:a16="http://schemas.microsoft.com/office/drawing/2014/main" id="{98EA89E6-42CC-E8D7-2BDD-9215A3945B06}"/>
                  </a:ext>
                </a:extLst>
              </p:cNvPr>
              <p:cNvSpPr/>
              <p:nvPr/>
            </p:nvSpPr>
            <p:spPr>
              <a:xfrm>
                <a:off x="1657350" y="3752850"/>
                <a:ext cx="1457325" cy="400050"/>
              </a:xfrm>
              <a:prstGeom prst="rect">
                <a:avLst/>
              </a:prstGeom>
              <a:solidFill>
                <a:schemeClr val="accent1">
                  <a:alpha val="3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grpSp>
        <p:cxnSp>
          <p:nvCxnSpPr>
            <p:cNvPr id="28" name="Straight Arrow Connector 27">
              <a:extLst>
                <a:ext uri="{FF2B5EF4-FFF2-40B4-BE49-F238E27FC236}">
                  <a16:creationId xmlns:a16="http://schemas.microsoft.com/office/drawing/2014/main" id="{6F9F2AB8-2116-EC13-8945-174F1E847CFF}"/>
                </a:ext>
              </a:extLst>
            </p:cNvPr>
            <p:cNvCxnSpPr>
              <a:cxnSpLocks/>
              <a:stCxn id="11" idx="6"/>
              <a:endCxn id="24" idx="0"/>
            </p:cNvCxnSpPr>
            <p:nvPr/>
          </p:nvCxnSpPr>
          <p:spPr>
            <a:xfrm>
              <a:off x="5305426" y="2490788"/>
              <a:ext cx="190500" cy="18335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E5B85B2-E83E-B4D6-E5B4-3F31AEC6CECB}"/>
                </a:ext>
              </a:extLst>
            </p:cNvPr>
            <p:cNvCxnSpPr>
              <a:cxnSpLocks/>
              <a:stCxn id="25" idx="7"/>
              <a:endCxn id="15" idx="1"/>
            </p:cNvCxnSpPr>
            <p:nvPr/>
          </p:nvCxnSpPr>
          <p:spPr>
            <a:xfrm flipV="1">
              <a:off x="5904940" y="2986088"/>
              <a:ext cx="448236" cy="14644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Multiplication Sign 33">
              <a:extLst>
                <a:ext uri="{FF2B5EF4-FFF2-40B4-BE49-F238E27FC236}">
                  <a16:creationId xmlns:a16="http://schemas.microsoft.com/office/drawing/2014/main" id="{0D75C0CF-3BE0-726F-C93A-D8161BC932AE}"/>
                </a:ext>
              </a:extLst>
            </p:cNvPr>
            <p:cNvSpPr/>
            <p:nvPr/>
          </p:nvSpPr>
          <p:spPr>
            <a:xfrm>
              <a:off x="5886450" y="2628900"/>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5" name="TextBox 34">
            <a:extLst>
              <a:ext uri="{FF2B5EF4-FFF2-40B4-BE49-F238E27FC236}">
                <a16:creationId xmlns:a16="http://schemas.microsoft.com/office/drawing/2014/main" id="{157D6614-6ABC-FDA5-9E93-3EC0D3C48A1A}"/>
              </a:ext>
            </a:extLst>
          </p:cNvPr>
          <p:cNvSpPr txBox="1"/>
          <p:nvPr/>
        </p:nvSpPr>
        <p:spPr>
          <a:xfrm>
            <a:off x="7429500" y="4248150"/>
            <a:ext cx="2324100" cy="1200329"/>
          </a:xfrm>
          <a:prstGeom prst="rect">
            <a:avLst/>
          </a:prstGeom>
          <a:noFill/>
        </p:spPr>
        <p:txBody>
          <a:bodyPr wrap="square" rtlCol="0">
            <a:spAutoFit/>
          </a:bodyPr>
          <a:lstStyle/>
          <a:p>
            <a:r>
              <a:rPr lang="en-GB" dirty="0"/>
              <a:t>O(1) if we already have the pointer to where the new element is inserted</a:t>
            </a:r>
          </a:p>
        </p:txBody>
      </p:sp>
    </p:spTree>
    <p:extLst>
      <p:ext uri="{BB962C8B-B14F-4D97-AF65-F5344CB8AC3E}">
        <p14:creationId xmlns:p14="http://schemas.microsoft.com/office/powerpoint/2010/main" val="309998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95CEF-DC13-DA8F-90CC-349C1092E48D}"/>
              </a:ext>
            </a:extLst>
          </p:cNvPr>
          <p:cNvSpPr>
            <a:spLocks noGrp="1"/>
          </p:cNvSpPr>
          <p:nvPr>
            <p:ph type="title"/>
          </p:nvPr>
        </p:nvSpPr>
        <p:spPr/>
        <p:txBody>
          <a:bodyPr/>
          <a:lstStyle/>
          <a:p>
            <a:r>
              <a:rPr lang="en-GB" dirty="0"/>
              <a:t>Linked List removal is quick</a:t>
            </a:r>
          </a:p>
        </p:txBody>
      </p:sp>
      <p:grpSp>
        <p:nvGrpSpPr>
          <p:cNvPr id="4" name="Group 3">
            <a:extLst>
              <a:ext uri="{FF2B5EF4-FFF2-40B4-BE49-F238E27FC236}">
                <a16:creationId xmlns:a16="http://schemas.microsoft.com/office/drawing/2014/main" id="{15CC6284-4AB2-335E-FCE1-A787FDE827BF}"/>
              </a:ext>
            </a:extLst>
          </p:cNvPr>
          <p:cNvGrpSpPr/>
          <p:nvPr/>
        </p:nvGrpSpPr>
        <p:grpSpPr>
          <a:xfrm>
            <a:off x="1390651" y="2066925"/>
            <a:ext cx="2428875" cy="885825"/>
            <a:chOff x="1428751" y="3324225"/>
            <a:chExt cx="2428875" cy="885825"/>
          </a:xfrm>
        </p:grpSpPr>
        <p:sp>
          <p:nvSpPr>
            <p:cNvPr id="5" name="Rectangle 4">
              <a:extLst>
                <a:ext uri="{FF2B5EF4-FFF2-40B4-BE49-F238E27FC236}">
                  <a16:creationId xmlns:a16="http://schemas.microsoft.com/office/drawing/2014/main" id="{009082ED-C381-4817-1E6A-FCCB15DD53F2}"/>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 name="Oval 5">
              <a:extLst>
                <a:ext uri="{FF2B5EF4-FFF2-40B4-BE49-F238E27FC236}">
                  <a16:creationId xmlns:a16="http://schemas.microsoft.com/office/drawing/2014/main" id="{96955671-8E75-C53A-38DF-2ACE5190E21B}"/>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 name="Rectangle 6">
              <a:extLst>
                <a:ext uri="{FF2B5EF4-FFF2-40B4-BE49-F238E27FC236}">
                  <a16:creationId xmlns:a16="http://schemas.microsoft.com/office/drawing/2014/main" id="{FE8CD382-306A-E540-C115-785FECED677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 name="Straight Arrow Connector 7">
              <a:extLst>
                <a:ext uri="{FF2B5EF4-FFF2-40B4-BE49-F238E27FC236}">
                  <a16:creationId xmlns:a16="http://schemas.microsoft.com/office/drawing/2014/main" id="{6F52E7C8-E996-CB0F-3D4A-42EC188A7702}"/>
                </a:ext>
              </a:extLst>
            </p:cNvPr>
            <p:cNvCxnSpPr>
              <a:cxnSpLocks/>
              <a:stCxn id="6" idx="6"/>
              <a:endCxn id="10"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6FF4391F-3E1B-68A1-2B7F-E7D2A0E1A46E}"/>
              </a:ext>
            </a:extLst>
          </p:cNvPr>
          <p:cNvGrpSpPr/>
          <p:nvPr/>
        </p:nvGrpSpPr>
        <p:grpSpPr>
          <a:xfrm>
            <a:off x="3819526" y="2266950"/>
            <a:ext cx="2533650" cy="885825"/>
            <a:chOff x="1428751" y="3324225"/>
            <a:chExt cx="2533650" cy="885825"/>
          </a:xfrm>
        </p:grpSpPr>
        <p:sp>
          <p:nvSpPr>
            <p:cNvPr id="10" name="Rectangle 9">
              <a:extLst>
                <a:ext uri="{FF2B5EF4-FFF2-40B4-BE49-F238E27FC236}">
                  <a16:creationId xmlns:a16="http://schemas.microsoft.com/office/drawing/2014/main" id="{065D65CD-02CC-F81A-5221-2F4BCF6F1ED0}"/>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1" name="Oval 10">
              <a:extLst>
                <a:ext uri="{FF2B5EF4-FFF2-40B4-BE49-F238E27FC236}">
                  <a16:creationId xmlns:a16="http://schemas.microsoft.com/office/drawing/2014/main" id="{BAA4D4D6-3CF3-98AE-8881-F818C5C60EC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2" name="Rectangle 11">
              <a:extLst>
                <a:ext uri="{FF2B5EF4-FFF2-40B4-BE49-F238E27FC236}">
                  <a16:creationId xmlns:a16="http://schemas.microsoft.com/office/drawing/2014/main" id="{3881AD0E-527D-A5C1-48CC-79BAE83457AE}"/>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3" name="Straight Arrow Connector 12">
              <a:extLst>
                <a:ext uri="{FF2B5EF4-FFF2-40B4-BE49-F238E27FC236}">
                  <a16:creationId xmlns:a16="http://schemas.microsoft.com/office/drawing/2014/main" id="{8E45664F-3981-D4CA-E28A-3A4DC3E07EC3}"/>
                </a:ext>
              </a:extLst>
            </p:cNvPr>
            <p:cNvCxnSpPr>
              <a:cxnSpLocks/>
              <a:stCxn id="11" idx="6"/>
              <a:endCxn id="15"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C63B511E-4F98-049D-DF29-4CA7846729C5}"/>
              </a:ext>
            </a:extLst>
          </p:cNvPr>
          <p:cNvGrpSpPr/>
          <p:nvPr/>
        </p:nvGrpSpPr>
        <p:grpSpPr>
          <a:xfrm>
            <a:off x="6353176" y="2543175"/>
            <a:ext cx="2476499" cy="885825"/>
            <a:chOff x="1428751" y="3324225"/>
            <a:chExt cx="2476499" cy="885825"/>
          </a:xfrm>
        </p:grpSpPr>
        <p:sp>
          <p:nvSpPr>
            <p:cNvPr id="15" name="Rectangle 14">
              <a:extLst>
                <a:ext uri="{FF2B5EF4-FFF2-40B4-BE49-F238E27FC236}">
                  <a16:creationId xmlns:a16="http://schemas.microsoft.com/office/drawing/2014/main" id="{471FC967-DC41-4C33-6108-8F3A01AD50BE}"/>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6" name="Oval 15">
              <a:extLst>
                <a:ext uri="{FF2B5EF4-FFF2-40B4-BE49-F238E27FC236}">
                  <a16:creationId xmlns:a16="http://schemas.microsoft.com/office/drawing/2014/main" id="{38C40CA4-AB6E-9CAF-3B0A-7A869704F18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7" name="Rectangle 16">
              <a:extLst>
                <a:ext uri="{FF2B5EF4-FFF2-40B4-BE49-F238E27FC236}">
                  <a16:creationId xmlns:a16="http://schemas.microsoft.com/office/drawing/2014/main" id="{83C727D1-31CB-8F89-413B-96845FDD3A82}"/>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8" name="Straight Arrow Connector 17">
              <a:extLst>
                <a:ext uri="{FF2B5EF4-FFF2-40B4-BE49-F238E27FC236}">
                  <a16:creationId xmlns:a16="http://schemas.microsoft.com/office/drawing/2014/main" id="{454C512B-C43C-7B14-1021-57A75E06891D}"/>
                </a:ext>
              </a:extLst>
            </p:cNvPr>
            <p:cNvCxnSpPr>
              <a:cxnSpLocks/>
              <a:stCxn id="16" idx="6"/>
              <a:endCxn id="19"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9" name="Rectangle 18">
            <a:extLst>
              <a:ext uri="{FF2B5EF4-FFF2-40B4-BE49-F238E27FC236}">
                <a16:creationId xmlns:a16="http://schemas.microsoft.com/office/drawing/2014/main" id="{39D9BFE1-A540-34C7-4465-DA27CA6A617E}"/>
              </a:ext>
            </a:extLst>
          </p:cNvPr>
          <p:cNvSpPr/>
          <p:nvPr/>
        </p:nvSpPr>
        <p:spPr>
          <a:xfrm>
            <a:off x="8829675" y="2962275"/>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34" name="Multiplication Sign 33">
            <a:extLst>
              <a:ext uri="{FF2B5EF4-FFF2-40B4-BE49-F238E27FC236}">
                <a16:creationId xmlns:a16="http://schemas.microsoft.com/office/drawing/2014/main" id="{0D75C0CF-3BE0-726F-C93A-D8161BC932AE}"/>
              </a:ext>
            </a:extLst>
          </p:cNvPr>
          <p:cNvSpPr/>
          <p:nvPr/>
        </p:nvSpPr>
        <p:spPr>
          <a:xfrm>
            <a:off x="5886450" y="2628900"/>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Multiplication Sign 2">
            <a:extLst>
              <a:ext uri="{FF2B5EF4-FFF2-40B4-BE49-F238E27FC236}">
                <a16:creationId xmlns:a16="http://schemas.microsoft.com/office/drawing/2014/main" id="{61761AB8-DDA8-8744-F398-BF415A0299EC}"/>
              </a:ext>
            </a:extLst>
          </p:cNvPr>
          <p:cNvSpPr/>
          <p:nvPr/>
        </p:nvSpPr>
        <p:spPr>
          <a:xfrm>
            <a:off x="3419475" y="2390775"/>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Connector: Elbow 20">
            <a:extLst>
              <a:ext uri="{FF2B5EF4-FFF2-40B4-BE49-F238E27FC236}">
                <a16:creationId xmlns:a16="http://schemas.microsoft.com/office/drawing/2014/main" id="{1320FB0B-357A-0A2B-C7B1-DA2476424C1E}"/>
              </a:ext>
            </a:extLst>
          </p:cNvPr>
          <p:cNvCxnSpPr>
            <a:cxnSpLocks/>
            <a:stCxn id="6" idx="0"/>
            <a:endCxn id="15" idx="0"/>
          </p:cNvCxnSpPr>
          <p:nvPr/>
        </p:nvCxnSpPr>
        <p:spPr>
          <a:xfrm rot="16200000" flipH="1">
            <a:off x="4662488" y="-90488"/>
            <a:ext cx="390525" cy="4876800"/>
          </a:xfrm>
          <a:prstGeom prst="bentConnector3">
            <a:avLst>
              <a:gd name="adj1" fmla="val -58537"/>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C4B02BAD-4C6D-1412-8BA5-F5771967DF33}"/>
              </a:ext>
            </a:extLst>
          </p:cNvPr>
          <p:cNvSpPr txBox="1"/>
          <p:nvPr/>
        </p:nvSpPr>
        <p:spPr>
          <a:xfrm>
            <a:off x="7429500" y="4248150"/>
            <a:ext cx="2324100" cy="923330"/>
          </a:xfrm>
          <a:prstGeom prst="rect">
            <a:avLst/>
          </a:prstGeom>
          <a:noFill/>
        </p:spPr>
        <p:txBody>
          <a:bodyPr wrap="square" rtlCol="0">
            <a:spAutoFit/>
          </a:bodyPr>
          <a:lstStyle/>
          <a:p>
            <a:r>
              <a:rPr lang="en-GB" dirty="0"/>
              <a:t>O(1) if we already have the pointer to the deletion point</a:t>
            </a:r>
          </a:p>
        </p:txBody>
      </p:sp>
    </p:spTree>
    <p:extLst>
      <p:ext uri="{BB962C8B-B14F-4D97-AF65-F5344CB8AC3E}">
        <p14:creationId xmlns:p14="http://schemas.microsoft.com/office/powerpoint/2010/main" val="3466920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mph" presetSubtype="0" nodeType="clickEffect">
                                  <p:stCondLst>
                                    <p:cond delay="0"/>
                                  </p:stCondLst>
                                  <p:childTnLst>
                                    <p:set>
                                      <p:cBhvr>
                                        <p:cTn id="12" dur="indefinite"/>
                                        <p:tgtEl>
                                          <p:spTgt spid="9"/>
                                        </p:tgtEl>
                                        <p:attrNameLst>
                                          <p:attrName>style.opacity</p:attrName>
                                        </p:attrNameLst>
                                      </p:cBhvr>
                                      <p:to>
                                        <p:strVal val="0.5"/>
                                      </p:to>
                                    </p:set>
                                    <p:animEffect filter="image" prLst="opacity: 0.5">
                                      <p:cBhvr rctx="IE">
                                        <p:cTn id="13" dur="indefinite"/>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 calcmode="lin" valueType="num">
                                      <p:cBhvr additive="base">
                                        <p:cTn id="22" dur="500" fill="hold"/>
                                        <p:tgtEl>
                                          <p:spTgt spid="27"/>
                                        </p:tgtEl>
                                        <p:attrNameLst>
                                          <p:attrName>ppt_x</p:attrName>
                                        </p:attrNameLst>
                                      </p:cBhvr>
                                      <p:tavLst>
                                        <p:tav tm="0">
                                          <p:val>
                                            <p:strVal val="#ppt_x"/>
                                          </p:val>
                                        </p:tav>
                                        <p:tav tm="100000">
                                          <p:val>
                                            <p:strVal val="#ppt_x"/>
                                          </p:val>
                                        </p:tav>
                                      </p:tavLst>
                                    </p:anim>
                                    <p:anim calcmode="lin" valueType="num">
                                      <p:cBhvr additive="base">
                                        <p:cTn id="23"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 grpId="0" animBg="1"/>
      <p:bldP spid="2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B9C1D-3230-9E04-C0F4-3F138460BEC6}"/>
              </a:ext>
            </a:extLst>
          </p:cNvPr>
          <p:cNvSpPr>
            <a:spLocks noGrp="1"/>
          </p:cNvSpPr>
          <p:nvPr>
            <p:ph type="title"/>
          </p:nvPr>
        </p:nvSpPr>
        <p:spPr/>
        <p:txBody>
          <a:bodyPr/>
          <a:lstStyle/>
          <a:p>
            <a:r>
              <a:rPr lang="en-GB" dirty="0"/>
              <a:t>Indexing is slower than array</a:t>
            </a:r>
          </a:p>
        </p:txBody>
      </p:sp>
      <p:sp>
        <p:nvSpPr>
          <p:cNvPr id="3" name="Content Placeholder 2">
            <a:extLst>
              <a:ext uri="{FF2B5EF4-FFF2-40B4-BE49-F238E27FC236}">
                <a16:creationId xmlns:a16="http://schemas.microsoft.com/office/drawing/2014/main" id="{8373AD53-5395-2130-369C-AAAA71E59CBB}"/>
              </a:ext>
            </a:extLst>
          </p:cNvPr>
          <p:cNvSpPr>
            <a:spLocks noGrp="1"/>
          </p:cNvSpPr>
          <p:nvPr>
            <p:ph idx="1"/>
          </p:nvPr>
        </p:nvSpPr>
        <p:spPr>
          <a:xfrm>
            <a:off x="838200" y="1825625"/>
            <a:ext cx="10515600" cy="1428808"/>
          </a:xfrm>
        </p:spPr>
        <p:txBody>
          <a:bodyPr>
            <a:normAutofit/>
          </a:bodyPr>
          <a:lstStyle/>
          <a:p>
            <a:r>
              <a:rPr lang="en-GB" dirty="0"/>
              <a:t>Need to scan the list and count the elements</a:t>
            </a:r>
          </a:p>
          <a:p>
            <a:r>
              <a:rPr lang="en-GB" dirty="0"/>
              <a:t>If we are looking for p[N]:</a:t>
            </a:r>
          </a:p>
          <a:p>
            <a:pPr lvl="1"/>
            <a:endParaRPr lang="en-GB" dirty="0"/>
          </a:p>
        </p:txBody>
      </p:sp>
      <p:sp>
        <p:nvSpPr>
          <p:cNvPr id="4" name="TextBox 3">
            <a:extLst>
              <a:ext uri="{FF2B5EF4-FFF2-40B4-BE49-F238E27FC236}">
                <a16:creationId xmlns:a16="http://schemas.microsoft.com/office/drawing/2014/main" id="{F0732D10-180B-0358-4728-367BABD6C48A}"/>
              </a:ext>
            </a:extLst>
          </p:cNvPr>
          <p:cNvSpPr txBox="1"/>
          <p:nvPr/>
        </p:nvSpPr>
        <p:spPr>
          <a:xfrm>
            <a:off x="986443" y="3386744"/>
            <a:ext cx="5972175" cy="2585323"/>
          </a:xfrm>
          <a:prstGeom prst="rect">
            <a:avLst/>
          </a:prstGeom>
          <a:noFill/>
        </p:spPr>
        <p:txBody>
          <a:bodyPr wrap="square" rtlCol="0">
            <a:spAutoFit/>
          </a:bodyPr>
          <a:lstStyle/>
          <a:p>
            <a:r>
              <a:rPr lang="en-GB" dirty="0">
                <a:latin typeface="Cascadia Code" panose="020B0609020000020004" pitchFamily="49" charset="0"/>
                <a:cs typeface="Cascadia Code" panose="020B0609020000020004" pitchFamily="49" charset="0"/>
              </a:rPr>
              <a:t>let N = </a:t>
            </a:r>
            <a:r>
              <a:rPr lang="en-GB" dirty="0" err="1">
                <a:latin typeface="Cascadia Code" panose="020B0609020000020004" pitchFamily="49" charset="0"/>
                <a:cs typeface="Cascadia Code" panose="020B0609020000020004" pitchFamily="49" charset="0"/>
              </a:rPr>
              <a:t>index_to_find</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let p = </a:t>
            </a:r>
            <a:r>
              <a:rPr lang="en-GB" dirty="0" err="1">
                <a:latin typeface="Cascadia Code" panose="020B0609020000020004" pitchFamily="49" charset="0"/>
                <a:cs typeface="Cascadia Code" panose="020B0609020000020004" pitchFamily="49" charset="0"/>
              </a:rPr>
              <a:t>start_of_list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while N&gt;0 {</a:t>
            </a:r>
          </a:p>
          <a:p>
            <a:r>
              <a:rPr lang="en-GB" dirty="0">
                <a:latin typeface="Cascadia Code" panose="020B0609020000020004" pitchFamily="49" charset="0"/>
                <a:cs typeface="Cascadia Code" panose="020B0609020000020004" pitchFamily="49" charset="0"/>
              </a:rPr>
              <a:t>  p = </a:t>
            </a:r>
            <a:r>
              <a:rPr lang="en-GB" dirty="0" err="1">
                <a:latin typeface="Cascadia Code" panose="020B0609020000020004" pitchFamily="49" charset="0"/>
                <a:cs typeface="Cascadia Code" panose="020B0609020000020004" pitchFamily="49" charset="0"/>
              </a:rPr>
              <a:t>p.next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if (!p) return INDEX_OUT_OF_RANGE_ERR;</a:t>
            </a:r>
          </a:p>
          <a:p>
            <a:r>
              <a:rPr lang="en-GB" dirty="0">
                <a:latin typeface="Cascadia Code" panose="020B0609020000020004" pitchFamily="49" charset="0"/>
                <a:cs typeface="Cascadia Code" panose="020B0609020000020004" pitchFamily="49" charset="0"/>
              </a:rPr>
              <a:t>  N--;</a:t>
            </a:r>
          </a:p>
          <a:p>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return p;</a:t>
            </a:r>
          </a:p>
          <a:p>
            <a:r>
              <a:rPr lang="en-GB" dirty="0">
                <a:latin typeface="Cascadia Code" panose="020B0609020000020004" pitchFamily="49" charset="0"/>
                <a:cs typeface="Cascadia Code" panose="020B0609020000020004" pitchFamily="49" charset="0"/>
              </a:rPr>
              <a:t>  </a:t>
            </a:r>
          </a:p>
        </p:txBody>
      </p:sp>
    </p:spTree>
    <p:extLst>
      <p:ext uri="{BB962C8B-B14F-4D97-AF65-F5344CB8AC3E}">
        <p14:creationId xmlns:p14="http://schemas.microsoft.com/office/powerpoint/2010/main" val="25471832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6FA8-A591-7FA5-6980-4527CADD7925}"/>
              </a:ext>
            </a:extLst>
          </p:cNvPr>
          <p:cNvSpPr>
            <a:spLocks noGrp="1"/>
          </p:cNvSpPr>
          <p:nvPr>
            <p:ph type="title"/>
          </p:nvPr>
        </p:nvSpPr>
        <p:spPr/>
        <p:txBody>
          <a:bodyPr/>
          <a:lstStyle/>
          <a:p>
            <a:r>
              <a:rPr lang="en-GB" dirty="0">
                <a:solidFill>
                  <a:schemeClr val="tx1">
                    <a:lumMod val="50000"/>
                    <a:lumOff val="50000"/>
                  </a:schemeClr>
                </a:solidFill>
              </a:rPr>
              <a:t>Double Linked Lists</a:t>
            </a:r>
          </a:p>
        </p:txBody>
      </p:sp>
      <p:sp>
        <p:nvSpPr>
          <p:cNvPr id="3" name="Content Placeholder 2">
            <a:extLst>
              <a:ext uri="{FF2B5EF4-FFF2-40B4-BE49-F238E27FC236}">
                <a16:creationId xmlns:a16="http://schemas.microsoft.com/office/drawing/2014/main" id="{E53677CA-5871-4D29-60F5-83F0E0023185}"/>
              </a:ext>
            </a:extLst>
          </p:cNvPr>
          <p:cNvSpPr>
            <a:spLocks noGrp="1"/>
          </p:cNvSpPr>
          <p:nvPr>
            <p:ph idx="1"/>
          </p:nvPr>
        </p:nvSpPr>
        <p:spPr>
          <a:xfrm>
            <a:off x="838200" y="1825625"/>
            <a:ext cx="10515600" cy="460375"/>
          </a:xfrm>
        </p:spPr>
        <p:txBody>
          <a:bodyPr>
            <a:normAutofit fontScale="85000" lnSpcReduction="10000"/>
          </a:bodyPr>
          <a:lstStyle/>
          <a:p>
            <a:r>
              <a:rPr lang="en-GB" dirty="0">
                <a:solidFill>
                  <a:schemeClr val="tx1">
                    <a:lumMod val="50000"/>
                    <a:lumOff val="50000"/>
                  </a:schemeClr>
                </a:solidFill>
              </a:rPr>
              <a:t>With a double linked list you can navigate backwards as well as forwards</a:t>
            </a:r>
          </a:p>
        </p:txBody>
      </p:sp>
      <p:sp>
        <p:nvSpPr>
          <p:cNvPr id="30" name="Rectangle 29">
            <a:extLst>
              <a:ext uri="{FF2B5EF4-FFF2-40B4-BE49-F238E27FC236}">
                <a16:creationId xmlns:a16="http://schemas.microsoft.com/office/drawing/2014/main" id="{8C43A928-9142-ED85-BB89-78E4B7F5F56E}"/>
              </a:ext>
            </a:extLst>
          </p:cNvPr>
          <p:cNvSpPr/>
          <p:nvPr/>
        </p:nvSpPr>
        <p:spPr>
          <a:xfrm>
            <a:off x="10020300" y="340995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grpSp>
        <p:nvGrpSpPr>
          <p:cNvPr id="37" name="Group 36">
            <a:extLst>
              <a:ext uri="{FF2B5EF4-FFF2-40B4-BE49-F238E27FC236}">
                <a16:creationId xmlns:a16="http://schemas.microsoft.com/office/drawing/2014/main" id="{89AD4AB0-0AE8-C7AE-9EA6-9C85296BD847}"/>
              </a:ext>
            </a:extLst>
          </p:cNvPr>
          <p:cNvGrpSpPr/>
          <p:nvPr/>
        </p:nvGrpSpPr>
        <p:grpSpPr>
          <a:xfrm>
            <a:off x="2543176" y="2562225"/>
            <a:ext cx="2466975" cy="1247775"/>
            <a:chOff x="1485901" y="3429000"/>
            <a:chExt cx="2466975" cy="1247775"/>
          </a:xfrm>
        </p:grpSpPr>
        <p:sp>
          <p:nvSpPr>
            <p:cNvPr id="4" name="Rectangle 3">
              <a:extLst>
                <a:ext uri="{FF2B5EF4-FFF2-40B4-BE49-F238E27FC236}">
                  <a16:creationId xmlns:a16="http://schemas.microsoft.com/office/drawing/2014/main" id="{C8D21A41-74B8-73D6-4C19-21299903676D}"/>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 name="Oval 4">
              <a:extLst>
                <a:ext uri="{FF2B5EF4-FFF2-40B4-BE49-F238E27FC236}">
                  <a16:creationId xmlns:a16="http://schemas.microsoft.com/office/drawing/2014/main" id="{8D041FF6-17B8-1AFC-91A2-EFF85CF8BB1D}"/>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 name="Rectangle 5">
              <a:extLst>
                <a:ext uri="{FF2B5EF4-FFF2-40B4-BE49-F238E27FC236}">
                  <a16:creationId xmlns:a16="http://schemas.microsoft.com/office/drawing/2014/main" id="{F54C2814-E19F-3E4F-377A-EA124A29FA50}"/>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1" name="Straight Arrow Connector 10">
              <a:extLst>
                <a:ext uri="{FF2B5EF4-FFF2-40B4-BE49-F238E27FC236}">
                  <a16:creationId xmlns:a16="http://schemas.microsoft.com/office/drawing/2014/main" id="{FF8529F2-1189-6E68-91E8-0C9B8CCC83C2}"/>
                </a:ext>
              </a:extLst>
            </p:cNvPr>
            <p:cNvCxnSpPr>
              <a:cxnSpLocks/>
              <a:stCxn id="5" idx="6"/>
              <a:endCxn id="41" idx="1"/>
            </p:cNvCxnSpPr>
            <p:nvPr/>
          </p:nvCxnSpPr>
          <p:spPr>
            <a:xfrm>
              <a:off x="2971801" y="4014788"/>
              <a:ext cx="981075" cy="1428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31009AE3-0BA3-56FA-B2BB-DBAD581E67E9}"/>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grpSp>
      <p:grpSp>
        <p:nvGrpSpPr>
          <p:cNvPr id="39" name="Group 38">
            <a:extLst>
              <a:ext uri="{FF2B5EF4-FFF2-40B4-BE49-F238E27FC236}">
                <a16:creationId xmlns:a16="http://schemas.microsoft.com/office/drawing/2014/main" id="{D1BA9162-7E67-2AF1-DD8A-BADE34895D6D}"/>
              </a:ext>
            </a:extLst>
          </p:cNvPr>
          <p:cNvGrpSpPr/>
          <p:nvPr/>
        </p:nvGrpSpPr>
        <p:grpSpPr>
          <a:xfrm>
            <a:off x="4429125" y="2667000"/>
            <a:ext cx="3038476" cy="1247775"/>
            <a:chOff x="904875" y="3429000"/>
            <a:chExt cx="3038476" cy="1247775"/>
          </a:xfrm>
        </p:grpSpPr>
        <p:sp>
          <p:nvSpPr>
            <p:cNvPr id="41" name="Rectangle 40">
              <a:extLst>
                <a:ext uri="{FF2B5EF4-FFF2-40B4-BE49-F238E27FC236}">
                  <a16:creationId xmlns:a16="http://schemas.microsoft.com/office/drawing/2014/main" id="{A0CA8273-FC69-C0FD-F926-21CDF3A1BC2C}"/>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42" name="Oval 41">
              <a:extLst>
                <a:ext uri="{FF2B5EF4-FFF2-40B4-BE49-F238E27FC236}">
                  <a16:creationId xmlns:a16="http://schemas.microsoft.com/office/drawing/2014/main" id="{35504D7B-1E07-0F03-5DB7-E5054E5CA98B}"/>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43" name="Rectangle 42">
              <a:extLst>
                <a:ext uri="{FF2B5EF4-FFF2-40B4-BE49-F238E27FC236}">
                  <a16:creationId xmlns:a16="http://schemas.microsoft.com/office/drawing/2014/main" id="{E4F74E6A-31CF-8E0E-D52D-BD03C1C25F0D}"/>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44" name="Straight Arrow Connector 43">
              <a:extLst>
                <a:ext uri="{FF2B5EF4-FFF2-40B4-BE49-F238E27FC236}">
                  <a16:creationId xmlns:a16="http://schemas.microsoft.com/office/drawing/2014/main" id="{6822F00D-BBBE-C40B-3854-262423172CA6}"/>
                </a:ext>
              </a:extLst>
            </p:cNvPr>
            <p:cNvCxnSpPr>
              <a:cxnSpLocks/>
              <a:stCxn id="42" idx="6"/>
              <a:endCxn id="48" idx="1"/>
            </p:cNvCxnSpPr>
            <p:nvPr/>
          </p:nvCxnSpPr>
          <p:spPr>
            <a:xfrm>
              <a:off x="2971801" y="4014788"/>
              <a:ext cx="971550" cy="4572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5" name="Oval 44">
              <a:extLst>
                <a:ext uri="{FF2B5EF4-FFF2-40B4-BE49-F238E27FC236}">
                  <a16:creationId xmlns:a16="http://schemas.microsoft.com/office/drawing/2014/main" id="{5198B8B5-6C60-52ED-F9B4-A22FA808E034}"/>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46" name="Straight Arrow Connector 45">
              <a:extLst>
                <a:ext uri="{FF2B5EF4-FFF2-40B4-BE49-F238E27FC236}">
                  <a16:creationId xmlns:a16="http://schemas.microsoft.com/office/drawing/2014/main" id="{9BB0A88D-62F7-69B6-4DF9-5DB2857437FF}"/>
                </a:ext>
              </a:extLst>
            </p:cNvPr>
            <p:cNvCxnSpPr>
              <a:cxnSpLocks/>
              <a:stCxn id="45" idx="2"/>
            </p:cNvCxnSpPr>
            <p:nvPr/>
          </p:nvCxnSpPr>
          <p:spPr>
            <a:xfrm flipH="1">
              <a:off x="904875" y="3681413"/>
              <a:ext cx="1143001"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7" name="Group 46">
            <a:extLst>
              <a:ext uri="{FF2B5EF4-FFF2-40B4-BE49-F238E27FC236}">
                <a16:creationId xmlns:a16="http://schemas.microsoft.com/office/drawing/2014/main" id="{464F2964-49FB-0521-DD29-EDAA52DF084A}"/>
              </a:ext>
            </a:extLst>
          </p:cNvPr>
          <p:cNvGrpSpPr/>
          <p:nvPr/>
        </p:nvGrpSpPr>
        <p:grpSpPr>
          <a:xfrm>
            <a:off x="6867525" y="3086100"/>
            <a:ext cx="3152775" cy="1247775"/>
            <a:chOff x="885825" y="3429000"/>
            <a:chExt cx="3152775" cy="1247775"/>
          </a:xfrm>
        </p:grpSpPr>
        <p:sp>
          <p:nvSpPr>
            <p:cNvPr id="48" name="Rectangle 47">
              <a:extLst>
                <a:ext uri="{FF2B5EF4-FFF2-40B4-BE49-F238E27FC236}">
                  <a16:creationId xmlns:a16="http://schemas.microsoft.com/office/drawing/2014/main" id="{8FBCD8A4-6DC6-C07B-8E19-19AE3A88E065}"/>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49" name="Oval 48">
              <a:extLst>
                <a:ext uri="{FF2B5EF4-FFF2-40B4-BE49-F238E27FC236}">
                  <a16:creationId xmlns:a16="http://schemas.microsoft.com/office/drawing/2014/main" id="{47690D6D-D59F-BCFB-F8F7-2D5170A59293}"/>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50" name="Rectangle 49">
              <a:extLst>
                <a:ext uri="{FF2B5EF4-FFF2-40B4-BE49-F238E27FC236}">
                  <a16:creationId xmlns:a16="http://schemas.microsoft.com/office/drawing/2014/main" id="{FC3E7C20-7D70-630F-4A9B-D536BEDAF804}"/>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51" name="Straight Arrow Connector 50">
              <a:extLst>
                <a:ext uri="{FF2B5EF4-FFF2-40B4-BE49-F238E27FC236}">
                  <a16:creationId xmlns:a16="http://schemas.microsoft.com/office/drawing/2014/main" id="{EF13619D-AD97-3D90-4FFC-5DE6F20BF091}"/>
                </a:ext>
              </a:extLst>
            </p:cNvPr>
            <p:cNvCxnSpPr>
              <a:cxnSpLocks/>
              <a:stCxn id="49" idx="6"/>
              <a:endCxn id="30" idx="1"/>
            </p:cNvCxnSpPr>
            <p:nvPr/>
          </p:nvCxnSpPr>
          <p:spPr>
            <a:xfrm flipV="1">
              <a:off x="2971801" y="3886200"/>
              <a:ext cx="1066799" cy="128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2" name="Oval 51">
              <a:extLst>
                <a:ext uri="{FF2B5EF4-FFF2-40B4-BE49-F238E27FC236}">
                  <a16:creationId xmlns:a16="http://schemas.microsoft.com/office/drawing/2014/main" id="{A0A2E73E-B3E1-3B3A-4AC1-DDBBD8BB5332}"/>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53" name="Straight Arrow Connector 52">
              <a:extLst>
                <a:ext uri="{FF2B5EF4-FFF2-40B4-BE49-F238E27FC236}">
                  <a16:creationId xmlns:a16="http://schemas.microsoft.com/office/drawing/2014/main" id="{66FBD455-C999-2911-C1BD-95CA26F1DE06}"/>
                </a:ext>
              </a:extLst>
            </p:cNvPr>
            <p:cNvCxnSpPr>
              <a:cxnSpLocks/>
              <a:stCxn id="52" idx="2"/>
            </p:cNvCxnSpPr>
            <p:nvPr/>
          </p:nvCxnSpPr>
          <p:spPr>
            <a:xfrm flipH="1" flipV="1">
              <a:off x="885825" y="3590925"/>
              <a:ext cx="1162051" cy="904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829E9D44-0455-8A1D-1722-FD83DB988BF9}"/>
              </a:ext>
            </a:extLst>
          </p:cNvPr>
          <p:cNvGrpSpPr/>
          <p:nvPr/>
        </p:nvGrpSpPr>
        <p:grpSpPr>
          <a:xfrm>
            <a:off x="2047875" y="2562225"/>
            <a:ext cx="2971801" cy="1247775"/>
            <a:chOff x="990600" y="3429000"/>
            <a:chExt cx="2971801" cy="1247775"/>
          </a:xfrm>
        </p:grpSpPr>
        <p:sp>
          <p:nvSpPr>
            <p:cNvPr id="59" name="Rectangle 58">
              <a:extLst>
                <a:ext uri="{FF2B5EF4-FFF2-40B4-BE49-F238E27FC236}">
                  <a16:creationId xmlns:a16="http://schemas.microsoft.com/office/drawing/2014/main" id="{747E6772-F526-20F4-EA58-2E78F83A9CFD}"/>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0" name="Oval 59">
              <a:extLst>
                <a:ext uri="{FF2B5EF4-FFF2-40B4-BE49-F238E27FC236}">
                  <a16:creationId xmlns:a16="http://schemas.microsoft.com/office/drawing/2014/main" id="{EB607F7C-513D-12FC-4C8B-EE8246893791}"/>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1" name="Rectangle 60">
              <a:extLst>
                <a:ext uri="{FF2B5EF4-FFF2-40B4-BE49-F238E27FC236}">
                  <a16:creationId xmlns:a16="http://schemas.microsoft.com/office/drawing/2014/main" id="{326259A6-0D0F-37BF-C84A-159EF48976BA}"/>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62" name="Straight Arrow Connector 61">
              <a:extLst>
                <a:ext uri="{FF2B5EF4-FFF2-40B4-BE49-F238E27FC236}">
                  <a16:creationId xmlns:a16="http://schemas.microsoft.com/office/drawing/2014/main" id="{50A2949F-55CA-0F13-CB83-4C8D9FA66339}"/>
                </a:ext>
              </a:extLst>
            </p:cNvPr>
            <p:cNvCxnSpPr>
              <a:cxnSpLocks/>
              <a:stCxn id="60" idx="6"/>
            </p:cNvCxnSpPr>
            <p:nvPr/>
          </p:nvCxnSpPr>
          <p:spPr>
            <a:xfrm>
              <a:off x="2971801" y="4014788"/>
              <a:ext cx="990600" cy="1619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3" name="Oval 62">
              <a:extLst>
                <a:ext uri="{FF2B5EF4-FFF2-40B4-BE49-F238E27FC236}">
                  <a16:creationId xmlns:a16="http://schemas.microsoft.com/office/drawing/2014/main" id="{BC8B4B24-B28C-F1F4-11CE-DE55DE1A9A9F}"/>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64" name="Straight Arrow Connector 63">
              <a:extLst>
                <a:ext uri="{FF2B5EF4-FFF2-40B4-BE49-F238E27FC236}">
                  <a16:creationId xmlns:a16="http://schemas.microsoft.com/office/drawing/2014/main" id="{12080A03-2904-4936-1F16-16AB78A430DF}"/>
                </a:ext>
              </a:extLst>
            </p:cNvPr>
            <p:cNvCxnSpPr>
              <a:cxnSpLocks/>
              <a:stCxn id="63" idx="2"/>
              <a:endCxn id="65" idx="3"/>
            </p:cNvCxnSpPr>
            <p:nvPr/>
          </p:nvCxnSpPr>
          <p:spPr>
            <a:xfrm flipH="1">
              <a:off x="990600" y="3681413"/>
              <a:ext cx="1057276" cy="1000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65" name="Rectangle 64">
            <a:extLst>
              <a:ext uri="{FF2B5EF4-FFF2-40B4-BE49-F238E27FC236}">
                <a16:creationId xmlns:a16="http://schemas.microsoft.com/office/drawing/2014/main" id="{0E3F4BC5-0444-7B2C-6C96-8F8A4B2D5FEA}"/>
              </a:ext>
            </a:extLst>
          </p:cNvPr>
          <p:cNvSpPr/>
          <p:nvPr/>
        </p:nvSpPr>
        <p:spPr>
          <a:xfrm>
            <a:off x="1162050" y="278130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12" name="TextBox 11">
            <a:extLst>
              <a:ext uri="{FF2B5EF4-FFF2-40B4-BE49-F238E27FC236}">
                <a16:creationId xmlns:a16="http://schemas.microsoft.com/office/drawing/2014/main" id="{0CB33493-D956-6B23-EDE3-CD73F24A0F0D}"/>
              </a:ext>
            </a:extLst>
          </p:cNvPr>
          <p:cNvSpPr txBox="1"/>
          <p:nvPr/>
        </p:nvSpPr>
        <p:spPr>
          <a:xfrm>
            <a:off x="5915025" y="5324475"/>
            <a:ext cx="4962525" cy="646331"/>
          </a:xfrm>
          <a:prstGeom prst="rect">
            <a:avLst/>
          </a:prstGeom>
          <a:noFill/>
        </p:spPr>
        <p:txBody>
          <a:bodyPr wrap="square" rtlCol="0">
            <a:spAutoFit/>
          </a:bodyPr>
          <a:lstStyle/>
          <a:p>
            <a:r>
              <a:rPr lang="en-GB" dirty="0">
                <a:solidFill>
                  <a:schemeClr val="tx1">
                    <a:lumMod val="50000"/>
                    <a:lumOff val="50000"/>
                  </a:schemeClr>
                </a:solidFill>
              </a:rPr>
              <a:t>e.g. implement an undo/redo  or forwards/backwards navigation functionality</a:t>
            </a:r>
          </a:p>
        </p:txBody>
      </p:sp>
    </p:spTree>
    <p:extLst>
      <p:ext uri="{BB962C8B-B14F-4D97-AF65-F5344CB8AC3E}">
        <p14:creationId xmlns:p14="http://schemas.microsoft.com/office/powerpoint/2010/main" val="344875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6FA8-A591-7FA5-6980-4527CADD7925}"/>
              </a:ext>
            </a:extLst>
          </p:cNvPr>
          <p:cNvSpPr>
            <a:spLocks noGrp="1"/>
          </p:cNvSpPr>
          <p:nvPr>
            <p:ph type="title"/>
          </p:nvPr>
        </p:nvSpPr>
        <p:spPr>
          <a:solidFill>
            <a:schemeClr val="bg1"/>
          </a:solidFill>
        </p:spPr>
        <p:txBody>
          <a:bodyPr/>
          <a:lstStyle/>
          <a:p>
            <a:r>
              <a:rPr lang="en-GB" dirty="0">
                <a:solidFill>
                  <a:schemeClr val="tx1">
                    <a:lumMod val="50000"/>
                    <a:lumOff val="50000"/>
                  </a:schemeClr>
                </a:solidFill>
              </a:rPr>
              <a:t>Circular Linked Lists</a:t>
            </a:r>
          </a:p>
        </p:txBody>
      </p:sp>
      <p:sp>
        <p:nvSpPr>
          <p:cNvPr id="3" name="Content Placeholder 2">
            <a:extLst>
              <a:ext uri="{FF2B5EF4-FFF2-40B4-BE49-F238E27FC236}">
                <a16:creationId xmlns:a16="http://schemas.microsoft.com/office/drawing/2014/main" id="{E53677CA-5871-4D29-60F5-83F0E0023185}"/>
              </a:ext>
            </a:extLst>
          </p:cNvPr>
          <p:cNvSpPr>
            <a:spLocks noGrp="1"/>
          </p:cNvSpPr>
          <p:nvPr>
            <p:ph idx="1"/>
          </p:nvPr>
        </p:nvSpPr>
        <p:spPr>
          <a:xfrm>
            <a:off x="838200" y="1825625"/>
            <a:ext cx="10515600" cy="460375"/>
          </a:xfrm>
        </p:spPr>
        <p:txBody>
          <a:bodyPr>
            <a:normAutofit lnSpcReduction="10000"/>
          </a:bodyPr>
          <a:lstStyle/>
          <a:p>
            <a:r>
              <a:rPr lang="en-GB" dirty="0">
                <a:solidFill>
                  <a:schemeClr val="tx1">
                    <a:lumMod val="50000"/>
                    <a:lumOff val="50000"/>
                  </a:schemeClr>
                </a:solidFill>
              </a:rPr>
              <a:t>A circular linked list has no end</a:t>
            </a:r>
          </a:p>
        </p:txBody>
      </p:sp>
      <p:grpSp>
        <p:nvGrpSpPr>
          <p:cNvPr id="28" name="Group 27">
            <a:extLst>
              <a:ext uri="{FF2B5EF4-FFF2-40B4-BE49-F238E27FC236}">
                <a16:creationId xmlns:a16="http://schemas.microsoft.com/office/drawing/2014/main" id="{D0971A20-895B-186E-C69A-CD069A3D54AB}"/>
              </a:ext>
            </a:extLst>
          </p:cNvPr>
          <p:cNvGrpSpPr/>
          <p:nvPr/>
        </p:nvGrpSpPr>
        <p:grpSpPr>
          <a:xfrm>
            <a:off x="1733551" y="3162300"/>
            <a:ext cx="2324100" cy="885825"/>
            <a:chOff x="1428751" y="3324225"/>
            <a:chExt cx="2324100" cy="885825"/>
          </a:xfrm>
        </p:grpSpPr>
        <p:sp>
          <p:nvSpPr>
            <p:cNvPr id="29" name="Rectangle 28">
              <a:extLst>
                <a:ext uri="{FF2B5EF4-FFF2-40B4-BE49-F238E27FC236}">
                  <a16:creationId xmlns:a16="http://schemas.microsoft.com/office/drawing/2014/main" id="{5055A1D0-2A5D-0F95-0622-0C154033D521}"/>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31" name="Oval 30">
              <a:extLst>
                <a:ext uri="{FF2B5EF4-FFF2-40B4-BE49-F238E27FC236}">
                  <a16:creationId xmlns:a16="http://schemas.microsoft.com/office/drawing/2014/main" id="{60315B9F-12F4-EFB7-25D8-B292E2A64B34}"/>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32" name="Rectangle 31">
              <a:extLst>
                <a:ext uri="{FF2B5EF4-FFF2-40B4-BE49-F238E27FC236}">
                  <a16:creationId xmlns:a16="http://schemas.microsoft.com/office/drawing/2014/main" id="{CC6A62A3-6C43-2175-2708-08A43B879B98}"/>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33" name="Straight Arrow Connector 32">
              <a:extLst>
                <a:ext uri="{FF2B5EF4-FFF2-40B4-BE49-F238E27FC236}">
                  <a16:creationId xmlns:a16="http://schemas.microsoft.com/office/drawing/2014/main" id="{8CEE856E-4E7E-709B-CAEB-45C5CB102D4B}"/>
                </a:ext>
              </a:extLst>
            </p:cNvPr>
            <p:cNvCxnSpPr>
              <a:cxnSpLocks/>
              <a:stCxn id="31" idx="6"/>
              <a:endCxn id="35" idx="1"/>
            </p:cNvCxnSpPr>
            <p:nvPr/>
          </p:nvCxnSpPr>
          <p:spPr>
            <a:xfrm flipV="1">
              <a:off x="2914651" y="3443288"/>
              <a:ext cx="838200" cy="1047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34" name="Group 33">
            <a:extLst>
              <a:ext uri="{FF2B5EF4-FFF2-40B4-BE49-F238E27FC236}">
                <a16:creationId xmlns:a16="http://schemas.microsoft.com/office/drawing/2014/main" id="{100B006E-5498-16BF-F74F-5C0A077803F7}"/>
              </a:ext>
            </a:extLst>
          </p:cNvPr>
          <p:cNvGrpSpPr/>
          <p:nvPr/>
        </p:nvGrpSpPr>
        <p:grpSpPr>
          <a:xfrm>
            <a:off x="4057651" y="2838450"/>
            <a:ext cx="2562225" cy="885825"/>
            <a:chOff x="1428751" y="3324225"/>
            <a:chExt cx="2562225" cy="885825"/>
          </a:xfrm>
        </p:grpSpPr>
        <p:sp>
          <p:nvSpPr>
            <p:cNvPr id="35" name="Rectangle 34">
              <a:extLst>
                <a:ext uri="{FF2B5EF4-FFF2-40B4-BE49-F238E27FC236}">
                  <a16:creationId xmlns:a16="http://schemas.microsoft.com/office/drawing/2014/main" id="{A67E4C01-D989-D895-77BB-BF9F55BA7CFA}"/>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36" name="Oval 35">
              <a:extLst>
                <a:ext uri="{FF2B5EF4-FFF2-40B4-BE49-F238E27FC236}">
                  <a16:creationId xmlns:a16="http://schemas.microsoft.com/office/drawing/2014/main" id="{C54F22AD-AA82-6D4C-7F1A-98E90F54DAB0}"/>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38" name="Rectangle 37">
              <a:extLst>
                <a:ext uri="{FF2B5EF4-FFF2-40B4-BE49-F238E27FC236}">
                  <a16:creationId xmlns:a16="http://schemas.microsoft.com/office/drawing/2014/main" id="{2D787881-ACFE-7A3D-EAE1-22FABCE84BA9}"/>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40" name="Straight Arrow Connector 39">
              <a:extLst>
                <a:ext uri="{FF2B5EF4-FFF2-40B4-BE49-F238E27FC236}">
                  <a16:creationId xmlns:a16="http://schemas.microsoft.com/office/drawing/2014/main" id="{594F07EC-D4C8-A439-3F13-F7F1CBF36CA0}"/>
                </a:ext>
              </a:extLst>
            </p:cNvPr>
            <p:cNvCxnSpPr>
              <a:cxnSpLocks/>
              <a:stCxn id="36" idx="6"/>
              <a:endCxn id="55" idx="1"/>
            </p:cNvCxnSpPr>
            <p:nvPr/>
          </p:nvCxnSpPr>
          <p:spPr>
            <a:xfrm>
              <a:off x="2914651" y="3548063"/>
              <a:ext cx="1076325" cy="4572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4" name="Group 53">
            <a:extLst>
              <a:ext uri="{FF2B5EF4-FFF2-40B4-BE49-F238E27FC236}">
                <a16:creationId xmlns:a16="http://schemas.microsoft.com/office/drawing/2014/main" id="{4FF52B07-3736-85AC-69B3-5EABB3CE276E}"/>
              </a:ext>
            </a:extLst>
          </p:cNvPr>
          <p:cNvGrpSpPr/>
          <p:nvPr/>
        </p:nvGrpSpPr>
        <p:grpSpPr>
          <a:xfrm>
            <a:off x="6619876" y="3076575"/>
            <a:ext cx="1885950" cy="1562100"/>
            <a:chOff x="1428751" y="3324225"/>
            <a:chExt cx="1885950" cy="1562100"/>
          </a:xfrm>
        </p:grpSpPr>
        <p:sp>
          <p:nvSpPr>
            <p:cNvPr id="55" name="Rectangle 54">
              <a:extLst>
                <a:ext uri="{FF2B5EF4-FFF2-40B4-BE49-F238E27FC236}">
                  <a16:creationId xmlns:a16="http://schemas.microsoft.com/office/drawing/2014/main" id="{6C4CC938-E1DA-3C69-0363-B1DE4C3D9ACA}"/>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6" name="Oval 55">
              <a:extLst>
                <a:ext uri="{FF2B5EF4-FFF2-40B4-BE49-F238E27FC236}">
                  <a16:creationId xmlns:a16="http://schemas.microsoft.com/office/drawing/2014/main" id="{3E90ABB8-BCEF-70A0-E74C-27FD7CE93EB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57" name="Rectangle 56">
              <a:extLst>
                <a:ext uri="{FF2B5EF4-FFF2-40B4-BE49-F238E27FC236}">
                  <a16:creationId xmlns:a16="http://schemas.microsoft.com/office/drawing/2014/main" id="{AFB19E46-7084-58EE-7D54-1B6D337E1D3F}"/>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66" name="Straight Arrow Connector 65">
              <a:extLst>
                <a:ext uri="{FF2B5EF4-FFF2-40B4-BE49-F238E27FC236}">
                  <a16:creationId xmlns:a16="http://schemas.microsoft.com/office/drawing/2014/main" id="{5A065F7D-53D5-D91C-94A6-7DA84149F3CF}"/>
                </a:ext>
              </a:extLst>
            </p:cNvPr>
            <p:cNvCxnSpPr>
              <a:cxnSpLocks/>
              <a:stCxn id="56" idx="4"/>
              <a:endCxn id="81" idx="0"/>
            </p:cNvCxnSpPr>
            <p:nvPr/>
          </p:nvCxnSpPr>
          <p:spPr>
            <a:xfrm flipH="1">
              <a:off x="2428876" y="3686175"/>
              <a:ext cx="28575" cy="120015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70" name="Group 69">
            <a:extLst>
              <a:ext uri="{FF2B5EF4-FFF2-40B4-BE49-F238E27FC236}">
                <a16:creationId xmlns:a16="http://schemas.microsoft.com/office/drawing/2014/main" id="{E05D8EFA-493E-9F0B-43C6-8372CD0DCD41}"/>
              </a:ext>
            </a:extLst>
          </p:cNvPr>
          <p:cNvGrpSpPr/>
          <p:nvPr/>
        </p:nvGrpSpPr>
        <p:grpSpPr>
          <a:xfrm>
            <a:off x="1666876" y="4048125"/>
            <a:ext cx="1885950" cy="1609725"/>
            <a:chOff x="1428751" y="2600325"/>
            <a:chExt cx="1885950" cy="1609725"/>
          </a:xfrm>
        </p:grpSpPr>
        <p:sp>
          <p:nvSpPr>
            <p:cNvPr id="71" name="Rectangle 70">
              <a:extLst>
                <a:ext uri="{FF2B5EF4-FFF2-40B4-BE49-F238E27FC236}">
                  <a16:creationId xmlns:a16="http://schemas.microsoft.com/office/drawing/2014/main" id="{1924A168-85CC-439C-5783-8051990249E4}"/>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72" name="Oval 71">
              <a:extLst>
                <a:ext uri="{FF2B5EF4-FFF2-40B4-BE49-F238E27FC236}">
                  <a16:creationId xmlns:a16="http://schemas.microsoft.com/office/drawing/2014/main" id="{D0E455C2-6DFC-C0CC-0764-8A16219E6A39}"/>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3" name="Rectangle 72">
              <a:extLst>
                <a:ext uri="{FF2B5EF4-FFF2-40B4-BE49-F238E27FC236}">
                  <a16:creationId xmlns:a16="http://schemas.microsoft.com/office/drawing/2014/main" id="{7E483C2A-15C1-1FBA-DF6B-D8EBA02BF57A}"/>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74" name="Straight Arrow Connector 73">
              <a:extLst>
                <a:ext uri="{FF2B5EF4-FFF2-40B4-BE49-F238E27FC236}">
                  <a16:creationId xmlns:a16="http://schemas.microsoft.com/office/drawing/2014/main" id="{49488A78-7E1D-42B9-D54C-CCA60A1B1318}"/>
                </a:ext>
              </a:extLst>
            </p:cNvPr>
            <p:cNvCxnSpPr>
              <a:cxnSpLocks/>
              <a:stCxn id="72" idx="0"/>
              <a:endCxn id="29" idx="2"/>
            </p:cNvCxnSpPr>
            <p:nvPr/>
          </p:nvCxnSpPr>
          <p:spPr>
            <a:xfrm flipH="1" flipV="1">
              <a:off x="2438401" y="2600325"/>
              <a:ext cx="19050" cy="8096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75" name="Group 74">
            <a:extLst>
              <a:ext uri="{FF2B5EF4-FFF2-40B4-BE49-F238E27FC236}">
                <a16:creationId xmlns:a16="http://schemas.microsoft.com/office/drawing/2014/main" id="{3BF613F0-3EEC-9969-DD0A-E1938C102947}"/>
              </a:ext>
            </a:extLst>
          </p:cNvPr>
          <p:cNvGrpSpPr/>
          <p:nvPr/>
        </p:nvGrpSpPr>
        <p:grpSpPr>
          <a:xfrm>
            <a:off x="3552826" y="4991100"/>
            <a:ext cx="2505075" cy="885825"/>
            <a:chOff x="809626" y="3324225"/>
            <a:chExt cx="2505075" cy="885825"/>
          </a:xfrm>
        </p:grpSpPr>
        <p:sp>
          <p:nvSpPr>
            <p:cNvPr id="76" name="Rectangle 75">
              <a:extLst>
                <a:ext uri="{FF2B5EF4-FFF2-40B4-BE49-F238E27FC236}">
                  <a16:creationId xmlns:a16="http://schemas.microsoft.com/office/drawing/2014/main" id="{78EED4F8-A7EA-1031-C26D-2527137E3BBC}"/>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77" name="Oval 76">
              <a:extLst>
                <a:ext uri="{FF2B5EF4-FFF2-40B4-BE49-F238E27FC236}">
                  <a16:creationId xmlns:a16="http://schemas.microsoft.com/office/drawing/2014/main" id="{528F7284-674E-0E8A-3D84-AB0DEBFA919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8" name="Rectangle 77">
              <a:extLst>
                <a:ext uri="{FF2B5EF4-FFF2-40B4-BE49-F238E27FC236}">
                  <a16:creationId xmlns:a16="http://schemas.microsoft.com/office/drawing/2014/main" id="{4A93DB12-F031-CF84-AEF9-F2A7876E605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79" name="Straight Arrow Connector 78">
              <a:extLst>
                <a:ext uri="{FF2B5EF4-FFF2-40B4-BE49-F238E27FC236}">
                  <a16:creationId xmlns:a16="http://schemas.microsoft.com/office/drawing/2014/main" id="{6EA98FF2-9F5F-6D0E-4286-C01733150CE4}"/>
                </a:ext>
              </a:extLst>
            </p:cNvPr>
            <p:cNvCxnSpPr>
              <a:cxnSpLocks/>
              <a:stCxn id="77" idx="2"/>
              <a:endCxn id="71" idx="3"/>
            </p:cNvCxnSpPr>
            <p:nvPr/>
          </p:nvCxnSpPr>
          <p:spPr>
            <a:xfrm flipH="1">
              <a:off x="809626" y="3548063"/>
              <a:ext cx="119062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80" name="Group 79">
            <a:extLst>
              <a:ext uri="{FF2B5EF4-FFF2-40B4-BE49-F238E27FC236}">
                <a16:creationId xmlns:a16="http://schemas.microsoft.com/office/drawing/2014/main" id="{93241B17-5BF9-67F7-0068-46CEDB880507}"/>
              </a:ext>
            </a:extLst>
          </p:cNvPr>
          <p:cNvGrpSpPr/>
          <p:nvPr/>
        </p:nvGrpSpPr>
        <p:grpSpPr>
          <a:xfrm>
            <a:off x="6057901" y="4638675"/>
            <a:ext cx="2505075" cy="885825"/>
            <a:chOff x="809626" y="3324225"/>
            <a:chExt cx="2505075" cy="885825"/>
          </a:xfrm>
        </p:grpSpPr>
        <p:sp>
          <p:nvSpPr>
            <p:cNvPr id="81" name="Rectangle 80">
              <a:extLst>
                <a:ext uri="{FF2B5EF4-FFF2-40B4-BE49-F238E27FC236}">
                  <a16:creationId xmlns:a16="http://schemas.microsoft.com/office/drawing/2014/main" id="{61228619-65DE-121C-82F2-61175544F3E9}"/>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82" name="Oval 81">
              <a:extLst>
                <a:ext uri="{FF2B5EF4-FFF2-40B4-BE49-F238E27FC236}">
                  <a16:creationId xmlns:a16="http://schemas.microsoft.com/office/drawing/2014/main" id="{8FE83518-9971-EF26-7C59-F4FFD26D7968}"/>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83" name="Rectangle 82">
              <a:extLst>
                <a:ext uri="{FF2B5EF4-FFF2-40B4-BE49-F238E27FC236}">
                  <a16:creationId xmlns:a16="http://schemas.microsoft.com/office/drawing/2014/main" id="{CBC121D8-1978-2DFF-632E-CC54B94EC877}"/>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4" name="Straight Arrow Connector 83">
              <a:extLst>
                <a:ext uri="{FF2B5EF4-FFF2-40B4-BE49-F238E27FC236}">
                  <a16:creationId xmlns:a16="http://schemas.microsoft.com/office/drawing/2014/main" id="{A82ED0DC-B458-B306-B636-64AA6290C2E1}"/>
                </a:ext>
              </a:extLst>
            </p:cNvPr>
            <p:cNvCxnSpPr>
              <a:cxnSpLocks/>
              <a:stCxn id="82" idx="2"/>
              <a:endCxn id="76" idx="3"/>
            </p:cNvCxnSpPr>
            <p:nvPr/>
          </p:nvCxnSpPr>
          <p:spPr>
            <a:xfrm flipH="1">
              <a:off x="809626" y="3548063"/>
              <a:ext cx="1190625" cy="5715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98" name="TextBox 97">
            <a:extLst>
              <a:ext uri="{FF2B5EF4-FFF2-40B4-BE49-F238E27FC236}">
                <a16:creationId xmlns:a16="http://schemas.microsoft.com/office/drawing/2014/main" id="{10EB17CC-17C9-AF8F-3B58-F3307005ECE6}"/>
              </a:ext>
            </a:extLst>
          </p:cNvPr>
          <p:cNvSpPr txBox="1"/>
          <p:nvPr/>
        </p:nvSpPr>
        <p:spPr>
          <a:xfrm>
            <a:off x="8867775" y="5705475"/>
            <a:ext cx="2990850" cy="1200329"/>
          </a:xfrm>
          <a:prstGeom prst="rect">
            <a:avLst/>
          </a:prstGeom>
          <a:noFill/>
        </p:spPr>
        <p:txBody>
          <a:bodyPr wrap="square" rtlCol="0">
            <a:spAutoFit/>
          </a:bodyPr>
          <a:lstStyle/>
          <a:p>
            <a:r>
              <a:rPr lang="en-GB" dirty="0">
                <a:solidFill>
                  <a:schemeClr val="tx1">
                    <a:lumMod val="50000"/>
                    <a:lumOff val="50000"/>
                  </a:schemeClr>
                </a:solidFill>
              </a:rPr>
              <a:t>e.g. a slide show, pool of database connections, a buffer</a:t>
            </a:r>
          </a:p>
          <a:p>
            <a:endParaRPr lang="en-GB" dirty="0"/>
          </a:p>
        </p:txBody>
      </p:sp>
    </p:spTree>
    <p:extLst>
      <p:ext uri="{BB962C8B-B14F-4D97-AF65-F5344CB8AC3E}">
        <p14:creationId xmlns:p14="http://schemas.microsoft.com/office/powerpoint/2010/main" val="18480713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3BB0C-4C59-E76A-A6ED-3AA3782C2C8C}"/>
              </a:ext>
            </a:extLst>
          </p:cNvPr>
          <p:cNvSpPr>
            <a:spLocks noGrp="1"/>
          </p:cNvSpPr>
          <p:nvPr>
            <p:ph type="title"/>
          </p:nvPr>
        </p:nvSpPr>
        <p:spPr/>
        <p:txBody>
          <a:bodyPr/>
          <a:lstStyle/>
          <a:p>
            <a:r>
              <a:rPr lang="en-GB" dirty="0"/>
              <a:t>Trees</a:t>
            </a:r>
          </a:p>
        </p:txBody>
      </p:sp>
      <p:sp>
        <p:nvSpPr>
          <p:cNvPr id="3" name="Text Placeholder 2">
            <a:extLst>
              <a:ext uri="{FF2B5EF4-FFF2-40B4-BE49-F238E27FC236}">
                <a16:creationId xmlns:a16="http://schemas.microsoft.com/office/drawing/2014/main" id="{FE733CC7-4191-372E-18FE-520123C8AA64}"/>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F46FB85E-E003-61E6-A472-7603F14E2D37}"/>
              </a:ext>
            </a:extLst>
          </p:cNvPr>
          <p:cNvGrpSpPr/>
          <p:nvPr/>
        </p:nvGrpSpPr>
        <p:grpSpPr>
          <a:xfrm>
            <a:off x="3524250" y="3724275"/>
            <a:ext cx="571500" cy="523875"/>
            <a:chOff x="5486400" y="5610225"/>
            <a:chExt cx="571500" cy="523875"/>
          </a:xfrm>
        </p:grpSpPr>
        <p:sp>
          <p:nvSpPr>
            <p:cNvPr id="5" name="Oval 4">
              <a:extLst>
                <a:ext uri="{FF2B5EF4-FFF2-40B4-BE49-F238E27FC236}">
                  <a16:creationId xmlns:a16="http://schemas.microsoft.com/office/drawing/2014/main" id="{9766B5EF-5C8C-119E-9600-779B4B64FA73}"/>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EFE05F9F-F448-9BA7-C262-8CF07A69B695}"/>
                </a:ext>
              </a:extLst>
            </p:cNvPr>
            <p:cNvGrpSpPr/>
            <p:nvPr/>
          </p:nvGrpSpPr>
          <p:grpSpPr>
            <a:xfrm>
              <a:off x="5648325" y="5610225"/>
              <a:ext cx="171450" cy="209550"/>
              <a:chOff x="4029075" y="5143500"/>
              <a:chExt cx="171450" cy="209550"/>
            </a:xfrm>
          </p:grpSpPr>
          <p:sp>
            <p:nvSpPr>
              <p:cNvPr id="14" name="Oval 13">
                <a:extLst>
                  <a:ext uri="{FF2B5EF4-FFF2-40B4-BE49-F238E27FC236}">
                    <a16:creationId xmlns:a16="http://schemas.microsoft.com/office/drawing/2014/main" id="{2AA5D5D1-5DFD-99E2-85A5-9801CA29DF18}"/>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Arrow Connector 14">
                <a:extLst>
                  <a:ext uri="{FF2B5EF4-FFF2-40B4-BE49-F238E27FC236}">
                    <a16:creationId xmlns:a16="http://schemas.microsoft.com/office/drawing/2014/main" id="{FD5F89A7-D125-5DEB-4597-4CBCAE9AED4D}"/>
                  </a:ext>
                </a:extLst>
              </p:cNvPr>
              <p:cNvCxnSpPr>
                <a:cxnSpLocks/>
                <a:stCxn id="14" idx="5"/>
                <a:endCxn id="12"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A44405E8-9122-75F0-3553-30AA49CAF236}"/>
                </a:ext>
              </a:extLst>
            </p:cNvPr>
            <p:cNvGrpSpPr/>
            <p:nvPr/>
          </p:nvGrpSpPr>
          <p:grpSpPr>
            <a:xfrm>
              <a:off x="5724525" y="5819775"/>
              <a:ext cx="152400" cy="200025"/>
              <a:chOff x="3990975" y="5143500"/>
              <a:chExt cx="152400" cy="200025"/>
            </a:xfrm>
          </p:grpSpPr>
          <p:sp>
            <p:nvSpPr>
              <p:cNvPr id="12" name="Oval 11">
                <a:extLst>
                  <a:ext uri="{FF2B5EF4-FFF2-40B4-BE49-F238E27FC236}">
                    <a16:creationId xmlns:a16="http://schemas.microsoft.com/office/drawing/2014/main" id="{7A6F831E-3456-48C1-3103-075B96F48FB4}"/>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A05987A4-F1FC-41C8-0B5E-AC289A479CF9}"/>
                  </a:ext>
                </a:extLst>
              </p:cNvPr>
              <p:cNvCxnSpPr>
                <a:cxnSpLocks/>
                <a:stCxn id="12" idx="3"/>
                <a:endCxn id="8"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 name="Oval 7">
              <a:extLst>
                <a:ext uri="{FF2B5EF4-FFF2-40B4-BE49-F238E27FC236}">
                  <a16:creationId xmlns:a16="http://schemas.microsoft.com/office/drawing/2014/main" id="{E955C0AD-01B1-98FE-62BF-F6AE2A0715AB}"/>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86331FF4-BCDC-0C99-D2D5-80A3B5013884}"/>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6C3FC206-CFB4-C87A-4C33-A04087B4214C}"/>
                </a:ext>
              </a:extLst>
            </p:cNvPr>
            <p:cNvCxnSpPr>
              <a:stCxn id="14" idx="3"/>
              <a:endCxn id="9"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7C391A7-472C-1934-80C6-055BA288CAB8}"/>
                </a:ext>
              </a:extLst>
            </p:cNvPr>
            <p:cNvCxnSpPr>
              <a:stCxn id="12" idx="6"/>
              <a:endCxn id="5"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802496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Binary Search Tree</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fontScale="92500" lnSpcReduction="20000"/>
          </a:bodyPr>
          <a:lstStyle/>
          <a:p>
            <a:r>
              <a:rPr lang="en-GB" dirty="0"/>
              <a:t>General Tree</a:t>
            </a:r>
          </a:p>
          <a:p>
            <a:pPr lvl="1"/>
            <a:r>
              <a:rPr lang="en-GB" dirty="0"/>
              <a:t>There is a single </a:t>
            </a:r>
            <a:r>
              <a:rPr lang="en-GB" b="1" dirty="0"/>
              <a:t>node</a:t>
            </a:r>
            <a:r>
              <a:rPr lang="en-GB" dirty="0"/>
              <a:t> at the top, called the </a:t>
            </a:r>
            <a:r>
              <a:rPr lang="en-GB" b="1" dirty="0"/>
              <a:t>root</a:t>
            </a:r>
          </a:p>
          <a:p>
            <a:pPr lvl="1"/>
            <a:r>
              <a:rPr lang="en-GB" dirty="0"/>
              <a:t>Every </a:t>
            </a:r>
            <a:r>
              <a:rPr lang="en-GB" b="1" dirty="0"/>
              <a:t>node</a:t>
            </a:r>
            <a:r>
              <a:rPr lang="en-GB" dirty="0"/>
              <a:t> points to 0 or more </a:t>
            </a:r>
            <a:r>
              <a:rPr lang="en-GB" b="1" dirty="0"/>
              <a:t>children</a:t>
            </a:r>
          </a:p>
          <a:p>
            <a:pPr lvl="1"/>
            <a:r>
              <a:rPr lang="en-GB" dirty="0"/>
              <a:t>A </a:t>
            </a:r>
            <a:r>
              <a:rPr lang="en-GB" b="1" dirty="0"/>
              <a:t>child</a:t>
            </a:r>
            <a:r>
              <a:rPr lang="en-GB" dirty="0"/>
              <a:t> can only have one </a:t>
            </a:r>
            <a:r>
              <a:rPr lang="en-GB" b="1" dirty="0"/>
              <a:t>parent</a:t>
            </a:r>
          </a:p>
          <a:p>
            <a:pPr lvl="1"/>
            <a:r>
              <a:rPr lang="en-GB" dirty="0"/>
              <a:t>A child can also </a:t>
            </a:r>
            <a:r>
              <a:rPr lang="en-GB" b="1" dirty="0"/>
              <a:t>BE</a:t>
            </a:r>
            <a:r>
              <a:rPr lang="en-GB" dirty="0"/>
              <a:t> a parent (multi-level)</a:t>
            </a:r>
          </a:p>
          <a:p>
            <a:pPr lvl="1"/>
            <a:endParaRPr lang="en-GB" dirty="0"/>
          </a:p>
          <a:p>
            <a:r>
              <a:rPr lang="en-GB" b="1" dirty="0"/>
              <a:t>Binary</a:t>
            </a:r>
            <a:r>
              <a:rPr lang="en-GB" dirty="0"/>
              <a:t> Tree</a:t>
            </a:r>
          </a:p>
          <a:p>
            <a:pPr lvl="1"/>
            <a:r>
              <a:rPr lang="en-GB" dirty="0"/>
              <a:t>Every node points to max of </a:t>
            </a:r>
            <a:r>
              <a:rPr lang="en-GB" b="1" dirty="0"/>
              <a:t>2</a:t>
            </a:r>
            <a:r>
              <a:rPr lang="en-GB" dirty="0"/>
              <a:t> children</a:t>
            </a:r>
          </a:p>
          <a:p>
            <a:pPr lvl="1"/>
            <a:endParaRPr lang="en-GB" dirty="0"/>
          </a:p>
          <a:p>
            <a:r>
              <a:rPr lang="en-GB" dirty="0"/>
              <a:t>Binary </a:t>
            </a:r>
            <a:r>
              <a:rPr lang="en-GB" b="1" dirty="0"/>
              <a:t>Search</a:t>
            </a:r>
            <a:r>
              <a:rPr lang="en-GB" dirty="0"/>
              <a:t> Tree</a:t>
            </a:r>
          </a:p>
          <a:p>
            <a:pPr lvl="1"/>
            <a:r>
              <a:rPr lang="en-GB" dirty="0"/>
              <a:t>Every node holds an object of a certain </a:t>
            </a:r>
            <a:r>
              <a:rPr lang="en-GB" b="1" dirty="0"/>
              <a:t>comparable</a:t>
            </a:r>
            <a:r>
              <a:rPr lang="en-GB" dirty="0"/>
              <a:t> value (like an int)</a:t>
            </a:r>
          </a:p>
          <a:p>
            <a:pPr lvl="1"/>
            <a:r>
              <a:rPr lang="en-GB" dirty="0"/>
              <a:t>The left child holds a value that is </a:t>
            </a:r>
            <a:r>
              <a:rPr lang="en-GB" dirty="0" err="1"/>
              <a:t>less|greater</a:t>
            </a:r>
            <a:r>
              <a:rPr lang="en-GB" dirty="0"/>
              <a:t> than (or equal) to itself</a:t>
            </a:r>
          </a:p>
          <a:p>
            <a:pPr lvl="1"/>
            <a:r>
              <a:rPr lang="en-GB" dirty="0"/>
              <a:t>The right child holds a value that is </a:t>
            </a:r>
            <a:r>
              <a:rPr lang="en-GB" b="1" dirty="0"/>
              <a:t>not</a:t>
            </a:r>
            <a:r>
              <a:rPr lang="en-GB" dirty="0"/>
              <a:t> </a:t>
            </a:r>
            <a:r>
              <a:rPr lang="en-GB" dirty="0" err="1"/>
              <a:t>less|greater</a:t>
            </a:r>
            <a:r>
              <a:rPr lang="en-GB" dirty="0"/>
              <a:t> than (or equal) to itself</a:t>
            </a:r>
          </a:p>
        </p:txBody>
      </p:sp>
      <p:grpSp>
        <p:nvGrpSpPr>
          <p:cNvPr id="4" name="Group 3">
            <a:extLst>
              <a:ext uri="{FF2B5EF4-FFF2-40B4-BE49-F238E27FC236}">
                <a16:creationId xmlns:a16="http://schemas.microsoft.com/office/drawing/2014/main" id="{5F50DF21-1D9C-2188-936F-6A11AD5D70C4}"/>
              </a:ext>
            </a:extLst>
          </p:cNvPr>
          <p:cNvGrpSpPr/>
          <p:nvPr/>
        </p:nvGrpSpPr>
        <p:grpSpPr>
          <a:xfrm>
            <a:off x="5267325" y="762000"/>
            <a:ext cx="571500" cy="523875"/>
            <a:chOff x="5486400" y="5610225"/>
            <a:chExt cx="571500" cy="523875"/>
          </a:xfrm>
        </p:grpSpPr>
        <p:sp>
          <p:nvSpPr>
            <p:cNvPr id="5" name="Oval 4">
              <a:extLst>
                <a:ext uri="{FF2B5EF4-FFF2-40B4-BE49-F238E27FC236}">
                  <a16:creationId xmlns:a16="http://schemas.microsoft.com/office/drawing/2014/main" id="{74F7DC13-2FA5-EAB2-49B5-700C39C817A8}"/>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AAE1180D-4D77-1EB0-77CD-ADE5AC2012AB}"/>
                </a:ext>
              </a:extLst>
            </p:cNvPr>
            <p:cNvGrpSpPr/>
            <p:nvPr/>
          </p:nvGrpSpPr>
          <p:grpSpPr>
            <a:xfrm>
              <a:off x="5648325" y="5610225"/>
              <a:ext cx="171450" cy="209550"/>
              <a:chOff x="4029075" y="5143500"/>
              <a:chExt cx="171450" cy="209550"/>
            </a:xfrm>
          </p:grpSpPr>
          <p:sp>
            <p:nvSpPr>
              <p:cNvPr id="14" name="Oval 13">
                <a:extLst>
                  <a:ext uri="{FF2B5EF4-FFF2-40B4-BE49-F238E27FC236}">
                    <a16:creationId xmlns:a16="http://schemas.microsoft.com/office/drawing/2014/main" id="{D8D48C6C-7364-434B-B89D-A2D668E80106}"/>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Arrow Connector 14">
                <a:extLst>
                  <a:ext uri="{FF2B5EF4-FFF2-40B4-BE49-F238E27FC236}">
                    <a16:creationId xmlns:a16="http://schemas.microsoft.com/office/drawing/2014/main" id="{9D7963BF-D1BD-CC11-BF29-DE56BA94792D}"/>
                  </a:ext>
                </a:extLst>
              </p:cNvPr>
              <p:cNvCxnSpPr>
                <a:cxnSpLocks/>
                <a:stCxn id="14" idx="5"/>
                <a:endCxn id="12"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F926B948-55BE-09D6-97F6-76F55AF54E30}"/>
                </a:ext>
              </a:extLst>
            </p:cNvPr>
            <p:cNvGrpSpPr/>
            <p:nvPr/>
          </p:nvGrpSpPr>
          <p:grpSpPr>
            <a:xfrm>
              <a:off x="5724525" y="5819775"/>
              <a:ext cx="152400" cy="200025"/>
              <a:chOff x="3990975" y="5143500"/>
              <a:chExt cx="152400" cy="200025"/>
            </a:xfrm>
          </p:grpSpPr>
          <p:sp>
            <p:nvSpPr>
              <p:cNvPr id="12" name="Oval 11">
                <a:extLst>
                  <a:ext uri="{FF2B5EF4-FFF2-40B4-BE49-F238E27FC236}">
                    <a16:creationId xmlns:a16="http://schemas.microsoft.com/office/drawing/2014/main" id="{B165243F-8E92-D785-9F6D-69A4F0B451AE}"/>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DBC078F5-4186-3B7F-DDA4-0364B35F9DD1}"/>
                  </a:ext>
                </a:extLst>
              </p:cNvPr>
              <p:cNvCxnSpPr>
                <a:cxnSpLocks/>
                <a:stCxn id="12" idx="3"/>
                <a:endCxn id="8"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 name="Oval 7">
              <a:extLst>
                <a:ext uri="{FF2B5EF4-FFF2-40B4-BE49-F238E27FC236}">
                  <a16:creationId xmlns:a16="http://schemas.microsoft.com/office/drawing/2014/main" id="{C8F6930A-0EF9-08CE-857F-C494F05141A1}"/>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C79DC0F2-7366-3E04-8F16-CAACE13F1861}"/>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2B102D43-556E-513D-B283-2400821F9902}"/>
                </a:ext>
              </a:extLst>
            </p:cNvPr>
            <p:cNvCxnSpPr>
              <a:stCxn id="14" idx="3"/>
              <a:endCxn id="9"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499A801-8D28-7BE7-592B-4CB5029947DC}"/>
                </a:ext>
              </a:extLst>
            </p:cNvPr>
            <p:cNvCxnSpPr>
              <a:stCxn id="12" idx="6"/>
              <a:endCxn id="5"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806307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 calcmode="lin" valueType="num">
                                      <p:cBhvr additive="base">
                                        <p:cTn id="3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 calcmode="lin" valueType="num">
                                      <p:cBhvr additive="base">
                                        <p:cTn id="3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anim calcmode="lin" valueType="num">
                                      <p:cBhvr additive="base">
                                        <p:cTn id="4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3" presetID="2" presetClass="entr" presetSubtype="4"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 calcmode="lin" valueType="num">
                                      <p:cBhvr additive="base">
                                        <p:cTn id="45"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anim calcmode="lin" valueType="num">
                                      <p:cBhvr additive="base">
                                        <p:cTn id="51"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
                                            <p:txEl>
                                              <p:pRg st="12" end="12"/>
                                            </p:txEl>
                                          </p:spTgt>
                                        </p:tgtEl>
                                        <p:attrNameLst>
                                          <p:attrName>style.visibility</p:attrName>
                                        </p:attrNameLst>
                                      </p:cBhvr>
                                      <p:to>
                                        <p:strVal val="visible"/>
                                      </p:to>
                                    </p:set>
                                    <p:anim calcmode="lin" valueType="num">
                                      <p:cBhvr additive="base">
                                        <p:cTn id="57"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8F80C-7CB4-5346-90B3-E5BFB92E54DA}"/>
              </a:ext>
            </a:extLst>
          </p:cNvPr>
          <p:cNvSpPr>
            <a:spLocks noGrp="1"/>
          </p:cNvSpPr>
          <p:nvPr>
            <p:ph type="title"/>
          </p:nvPr>
        </p:nvSpPr>
        <p:spPr/>
        <p:txBody>
          <a:bodyPr/>
          <a:lstStyle/>
          <a:p>
            <a:r>
              <a:rPr lang="en-GB" dirty="0"/>
              <a:t>Binary Search Tree: Example</a:t>
            </a:r>
          </a:p>
        </p:txBody>
      </p:sp>
      <p:grpSp>
        <p:nvGrpSpPr>
          <p:cNvPr id="67" name="Group 66">
            <a:extLst>
              <a:ext uri="{FF2B5EF4-FFF2-40B4-BE49-F238E27FC236}">
                <a16:creationId xmlns:a16="http://schemas.microsoft.com/office/drawing/2014/main" id="{56A1BD01-C05A-1545-1276-9B05DE7DA09B}"/>
              </a:ext>
            </a:extLst>
          </p:cNvPr>
          <p:cNvGrpSpPr/>
          <p:nvPr/>
        </p:nvGrpSpPr>
        <p:grpSpPr>
          <a:xfrm>
            <a:off x="4581525" y="1495425"/>
            <a:ext cx="1771650" cy="581025"/>
            <a:chOff x="4581525" y="1495425"/>
            <a:chExt cx="1771650" cy="581025"/>
          </a:xfrm>
        </p:grpSpPr>
        <p:sp>
          <p:nvSpPr>
            <p:cNvPr id="5" name="Rectangle: Rounded Corners 4">
              <a:extLst>
                <a:ext uri="{FF2B5EF4-FFF2-40B4-BE49-F238E27FC236}">
                  <a16:creationId xmlns:a16="http://schemas.microsoft.com/office/drawing/2014/main" id="{9F96F97F-D2A5-4BAE-6780-254763D53189}"/>
                </a:ext>
              </a:extLst>
            </p:cNvPr>
            <p:cNvSpPr/>
            <p:nvPr/>
          </p:nvSpPr>
          <p:spPr>
            <a:xfrm>
              <a:off x="4581525" y="149542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7</a:t>
              </a:r>
            </a:p>
          </p:txBody>
        </p:sp>
        <p:sp>
          <p:nvSpPr>
            <p:cNvPr id="6" name="Oval 5">
              <a:extLst>
                <a:ext uri="{FF2B5EF4-FFF2-40B4-BE49-F238E27FC236}">
                  <a16:creationId xmlns:a16="http://schemas.microsoft.com/office/drawing/2014/main" id="{EBA32096-5254-478D-7DE5-AB231C8F62F9}"/>
                </a:ext>
              </a:extLst>
            </p:cNvPr>
            <p:cNvSpPr/>
            <p:nvPr/>
          </p:nvSpPr>
          <p:spPr>
            <a:xfrm>
              <a:off x="4705350" y="17907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8" name="Oval 7">
              <a:extLst>
                <a:ext uri="{FF2B5EF4-FFF2-40B4-BE49-F238E27FC236}">
                  <a16:creationId xmlns:a16="http://schemas.microsoft.com/office/drawing/2014/main" id="{1E40FFAE-EDA9-86DF-5C82-133B28D5A210}"/>
                </a:ext>
              </a:extLst>
            </p:cNvPr>
            <p:cNvSpPr/>
            <p:nvPr/>
          </p:nvSpPr>
          <p:spPr>
            <a:xfrm>
              <a:off x="5581650" y="17811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66" name="Group 65">
            <a:extLst>
              <a:ext uri="{FF2B5EF4-FFF2-40B4-BE49-F238E27FC236}">
                <a16:creationId xmlns:a16="http://schemas.microsoft.com/office/drawing/2014/main" id="{E7759297-C42B-16B7-C597-A2AED736DB6A}"/>
              </a:ext>
            </a:extLst>
          </p:cNvPr>
          <p:cNvGrpSpPr/>
          <p:nvPr/>
        </p:nvGrpSpPr>
        <p:grpSpPr>
          <a:xfrm>
            <a:off x="2733675" y="2506304"/>
            <a:ext cx="1771650" cy="581025"/>
            <a:chOff x="2733675" y="2506304"/>
            <a:chExt cx="1771650" cy="581025"/>
          </a:xfrm>
        </p:grpSpPr>
        <p:sp>
          <p:nvSpPr>
            <p:cNvPr id="13" name="Rectangle: Rounded Corners 12">
              <a:extLst>
                <a:ext uri="{FF2B5EF4-FFF2-40B4-BE49-F238E27FC236}">
                  <a16:creationId xmlns:a16="http://schemas.microsoft.com/office/drawing/2014/main" id="{EC9DD47A-861C-F367-9AC5-AB750D48CC38}"/>
                </a:ext>
              </a:extLst>
            </p:cNvPr>
            <p:cNvSpPr/>
            <p:nvPr/>
          </p:nvSpPr>
          <p:spPr>
            <a:xfrm>
              <a:off x="2733675" y="250630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3</a:t>
              </a:r>
            </a:p>
          </p:txBody>
        </p:sp>
        <p:sp>
          <p:nvSpPr>
            <p:cNvPr id="14" name="Oval 13">
              <a:extLst>
                <a:ext uri="{FF2B5EF4-FFF2-40B4-BE49-F238E27FC236}">
                  <a16:creationId xmlns:a16="http://schemas.microsoft.com/office/drawing/2014/main" id="{FD3253B8-F444-DA1B-0C79-B70736498C2A}"/>
                </a:ext>
              </a:extLst>
            </p:cNvPr>
            <p:cNvSpPr/>
            <p:nvPr/>
          </p:nvSpPr>
          <p:spPr>
            <a:xfrm>
              <a:off x="2857500" y="27622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15" name="Oval 14">
              <a:extLst>
                <a:ext uri="{FF2B5EF4-FFF2-40B4-BE49-F238E27FC236}">
                  <a16:creationId xmlns:a16="http://schemas.microsoft.com/office/drawing/2014/main" id="{9F8EA756-04B0-A125-F3A8-7ABD0A43AF3E}"/>
                </a:ext>
              </a:extLst>
            </p:cNvPr>
            <p:cNvSpPr/>
            <p:nvPr/>
          </p:nvSpPr>
          <p:spPr>
            <a:xfrm>
              <a:off x="3733800" y="27527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68" name="Group 67">
            <a:extLst>
              <a:ext uri="{FF2B5EF4-FFF2-40B4-BE49-F238E27FC236}">
                <a16:creationId xmlns:a16="http://schemas.microsoft.com/office/drawing/2014/main" id="{9100E9E6-E9D8-3633-4088-20584C198668}"/>
              </a:ext>
            </a:extLst>
          </p:cNvPr>
          <p:cNvGrpSpPr/>
          <p:nvPr/>
        </p:nvGrpSpPr>
        <p:grpSpPr>
          <a:xfrm>
            <a:off x="6953250" y="2581275"/>
            <a:ext cx="1771650" cy="581025"/>
            <a:chOff x="6953250" y="2581275"/>
            <a:chExt cx="1771650" cy="581025"/>
          </a:xfrm>
        </p:grpSpPr>
        <p:sp>
          <p:nvSpPr>
            <p:cNvPr id="18" name="Rectangle: Rounded Corners 17">
              <a:extLst>
                <a:ext uri="{FF2B5EF4-FFF2-40B4-BE49-F238E27FC236}">
                  <a16:creationId xmlns:a16="http://schemas.microsoft.com/office/drawing/2014/main" id="{2918C796-58F2-5980-59A5-0F2A5BAA00BF}"/>
                </a:ext>
              </a:extLst>
            </p:cNvPr>
            <p:cNvSpPr/>
            <p:nvPr/>
          </p:nvSpPr>
          <p:spPr>
            <a:xfrm>
              <a:off x="6953250" y="258127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8</a:t>
              </a:r>
            </a:p>
          </p:txBody>
        </p:sp>
        <p:sp>
          <p:nvSpPr>
            <p:cNvPr id="19" name="Oval 18">
              <a:extLst>
                <a:ext uri="{FF2B5EF4-FFF2-40B4-BE49-F238E27FC236}">
                  <a16:creationId xmlns:a16="http://schemas.microsoft.com/office/drawing/2014/main" id="{6DD751BD-3F08-C6C7-33C7-924E8EC540B8}"/>
                </a:ext>
              </a:extLst>
            </p:cNvPr>
            <p:cNvSpPr/>
            <p:nvPr/>
          </p:nvSpPr>
          <p:spPr>
            <a:xfrm>
              <a:off x="7077075" y="28765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20" name="Oval 19">
              <a:extLst>
                <a:ext uri="{FF2B5EF4-FFF2-40B4-BE49-F238E27FC236}">
                  <a16:creationId xmlns:a16="http://schemas.microsoft.com/office/drawing/2014/main" id="{1F4A4FDF-F3B7-B486-CD5C-E393CE162773}"/>
                </a:ext>
              </a:extLst>
            </p:cNvPr>
            <p:cNvSpPr/>
            <p:nvPr/>
          </p:nvSpPr>
          <p:spPr>
            <a:xfrm>
              <a:off x="7953375" y="28670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16" name="Straight Arrow Connector 15">
            <a:extLst>
              <a:ext uri="{FF2B5EF4-FFF2-40B4-BE49-F238E27FC236}">
                <a16:creationId xmlns:a16="http://schemas.microsoft.com/office/drawing/2014/main" id="{DF8781AB-8638-5721-7171-CC238730300D}"/>
              </a:ext>
            </a:extLst>
          </p:cNvPr>
          <p:cNvCxnSpPr>
            <a:cxnSpLocks/>
            <a:stCxn id="14" idx="3"/>
            <a:endCxn id="23" idx="0"/>
          </p:cNvCxnSpPr>
          <p:nvPr/>
        </p:nvCxnSpPr>
        <p:spPr>
          <a:xfrm flipH="1">
            <a:off x="1944636" y="2965502"/>
            <a:ext cx="1013297" cy="52894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0F5DEF81-975D-972F-9634-3170F7C3337B}"/>
              </a:ext>
            </a:extLst>
          </p:cNvPr>
          <p:cNvGrpSpPr/>
          <p:nvPr/>
        </p:nvGrpSpPr>
        <p:grpSpPr>
          <a:xfrm>
            <a:off x="1058811" y="3494446"/>
            <a:ext cx="1771650" cy="581025"/>
            <a:chOff x="1009650" y="3838575"/>
            <a:chExt cx="1771650" cy="581025"/>
          </a:xfrm>
        </p:grpSpPr>
        <p:sp>
          <p:nvSpPr>
            <p:cNvPr id="23" name="Rectangle: Rounded Corners 22">
              <a:extLst>
                <a:ext uri="{FF2B5EF4-FFF2-40B4-BE49-F238E27FC236}">
                  <a16:creationId xmlns:a16="http://schemas.microsoft.com/office/drawing/2014/main" id="{5E48AE38-0469-C7AA-7536-B08A266AC7A4}"/>
                </a:ext>
              </a:extLst>
            </p:cNvPr>
            <p:cNvSpPr/>
            <p:nvPr/>
          </p:nvSpPr>
          <p:spPr>
            <a:xfrm>
              <a:off x="1009650" y="383857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1</a:t>
              </a:r>
            </a:p>
          </p:txBody>
        </p:sp>
        <p:sp>
          <p:nvSpPr>
            <p:cNvPr id="24" name="Oval 23">
              <a:extLst>
                <a:ext uri="{FF2B5EF4-FFF2-40B4-BE49-F238E27FC236}">
                  <a16:creationId xmlns:a16="http://schemas.microsoft.com/office/drawing/2014/main" id="{2DA65B35-8C7D-39C7-32D3-46DAF94019A5}"/>
                </a:ext>
              </a:extLst>
            </p:cNvPr>
            <p:cNvSpPr/>
            <p:nvPr/>
          </p:nvSpPr>
          <p:spPr>
            <a:xfrm>
              <a:off x="1133475" y="41338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25" name="Oval 24">
              <a:extLst>
                <a:ext uri="{FF2B5EF4-FFF2-40B4-BE49-F238E27FC236}">
                  <a16:creationId xmlns:a16="http://schemas.microsoft.com/office/drawing/2014/main" id="{5536B197-426D-1087-30B3-EDB7096BCE18}"/>
                </a:ext>
              </a:extLst>
            </p:cNvPr>
            <p:cNvSpPr/>
            <p:nvPr/>
          </p:nvSpPr>
          <p:spPr>
            <a:xfrm>
              <a:off x="2009775" y="41243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17" name="Straight Arrow Connector 16">
            <a:extLst>
              <a:ext uri="{FF2B5EF4-FFF2-40B4-BE49-F238E27FC236}">
                <a16:creationId xmlns:a16="http://schemas.microsoft.com/office/drawing/2014/main" id="{9D4C9664-14B2-2515-8001-1236E7769706}"/>
              </a:ext>
            </a:extLst>
          </p:cNvPr>
          <p:cNvCxnSpPr>
            <a:cxnSpLocks/>
            <a:stCxn id="15" idx="5"/>
            <a:endCxn id="28" idx="0"/>
          </p:cNvCxnSpPr>
          <p:nvPr/>
        </p:nvCxnSpPr>
        <p:spPr>
          <a:xfrm>
            <a:off x="4319167" y="2955977"/>
            <a:ext cx="474980" cy="713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4" name="Group 63">
            <a:extLst>
              <a:ext uri="{FF2B5EF4-FFF2-40B4-BE49-F238E27FC236}">
                <a16:creationId xmlns:a16="http://schemas.microsoft.com/office/drawing/2014/main" id="{25757B4F-A47C-3794-4CAE-16B3E3C4AD7B}"/>
              </a:ext>
            </a:extLst>
          </p:cNvPr>
          <p:cNvGrpSpPr/>
          <p:nvPr/>
        </p:nvGrpSpPr>
        <p:grpSpPr>
          <a:xfrm>
            <a:off x="3908322" y="3669890"/>
            <a:ext cx="1771650" cy="581025"/>
            <a:chOff x="4114800" y="4191000"/>
            <a:chExt cx="1771650" cy="581025"/>
          </a:xfrm>
        </p:grpSpPr>
        <p:sp>
          <p:nvSpPr>
            <p:cNvPr id="28" name="Rectangle: Rounded Corners 27">
              <a:extLst>
                <a:ext uri="{FF2B5EF4-FFF2-40B4-BE49-F238E27FC236}">
                  <a16:creationId xmlns:a16="http://schemas.microsoft.com/office/drawing/2014/main" id="{32799209-6815-5AEC-2D5E-A0F408C3EE48}"/>
                </a:ext>
              </a:extLst>
            </p:cNvPr>
            <p:cNvSpPr/>
            <p:nvPr/>
          </p:nvSpPr>
          <p:spPr>
            <a:xfrm>
              <a:off x="4114800" y="4191000"/>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6</a:t>
              </a:r>
            </a:p>
          </p:txBody>
        </p:sp>
        <p:sp>
          <p:nvSpPr>
            <p:cNvPr id="29" name="Oval 28">
              <a:extLst>
                <a:ext uri="{FF2B5EF4-FFF2-40B4-BE49-F238E27FC236}">
                  <a16:creationId xmlns:a16="http://schemas.microsoft.com/office/drawing/2014/main" id="{D43534BC-2739-5D10-1917-20090DB8E5AF}"/>
                </a:ext>
              </a:extLst>
            </p:cNvPr>
            <p:cNvSpPr/>
            <p:nvPr/>
          </p:nvSpPr>
          <p:spPr>
            <a:xfrm>
              <a:off x="4238625" y="44862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30" name="Oval 29">
              <a:extLst>
                <a:ext uri="{FF2B5EF4-FFF2-40B4-BE49-F238E27FC236}">
                  <a16:creationId xmlns:a16="http://schemas.microsoft.com/office/drawing/2014/main" id="{F44DCFB6-B15B-48A5-55E8-14D52F9DFD1A}"/>
                </a:ext>
              </a:extLst>
            </p:cNvPr>
            <p:cNvSpPr/>
            <p:nvPr/>
          </p:nvSpPr>
          <p:spPr>
            <a:xfrm>
              <a:off x="5114925" y="44767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31" name="Straight Arrow Connector 30">
            <a:extLst>
              <a:ext uri="{FF2B5EF4-FFF2-40B4-BE49-F238E27FC236}">
                <a16:creationId xmlns:a16="http://schemas.microsoft.com/office/drawing/2014/main" id="{FD539272-FCB7-467F-58B5-C780111A668C}"/>
              </a:ext>
            </a:extLst>
          </p:cNvPr>
          <p:cNvCxnSpPr>
            <a:cxnSpLocks/>
            <a:stCxn id="29" idx="3"/>
            <a:endCxn id="43" idx="0"/>
          </p:cNvCxnSpPr>
          <p:nvPr/>
        </p:nvCxnSpPr>
        <p:spPr>
          <a:xfrm flipH="1">
            <a:off x="3835195" y="4168417"/>
            <a:ext cx="297385" cy="5200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290DACD-5D3C-0A53-E873-66C0336006A8}"/>
              </a:ext>
            </a:extLst>
          </p:cNvPr>
          <p:cNvCxnSpPr>
            <a:cxnSpLocks/>
            <a:stCxn id="20" idx="5"/>
            <a:endCxn id="33" idx="0"/>
          </p:cNvCxnSpPr>
          <p:nvPr/>
        </p:nvCxnSpPr>
        <p:spPr>
          <a:xfrm>
            <a:off x="8538742" y="3070277"/>
            <a:ext cx="1104860" cy="67704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6BCDB0E7-E42B-EBC8-77AC-1A531DE9D9A9}"/>
              </a:ext>
            </a:extLst>
          </p:cNvPr>
          <p:cNvGrpSpPr/>
          <p:nvPr/>
        </p:nvGrpSpPr>
        <p:grpSpPr>
          <a:xfrm>
            <a:off x="8757777" y="3747319"/>
            <a:ext cx="1771650" cy="581025"/>
            <a:chOff x="9229725" y="4229100"/>
            <a:chExt cx="1771650" cy="581025"/>
          </a:xfrm>
        </p:grpSpPr>
        <p:sp>
          <p:nvSpPr>
            <p:cNvPr id="33" name="Rectangle: Rounded Corners 32">
              <a:extLst>
                <a:ext uri="{FF2B5EF4-FFF2-40B4-BE49-F238E27FC236}">
                  <a16:creationId xmlns:a16="http://schemas.microsoft.com/office/drawing/2014/main" id="{376BF9DB-DBB5-662F-4D5D-2F9C9A100CF7}"/>
                </a:ext>
              </a:extLst>
            </p:cNvPr>
            <p:cNvSpPr/>
            <p:nvPr/>
          </p:nvSpPr>
          <p:spPr>
            <a:xfrm>
              <a:off x="9229725" y="4229100"/>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9</a:t>
              </a:r>
            </a:p>
          </p:txBody>
        </p:sp>
        <p:sp>
          <p:nvSpPr>
            <p:cNvPr id="34" name="Oval 33">
              <a:extLst>
                <a:ext uri="{FF2B5EF4-FFF2-40B4-BE49-F238E27FC236}">
                  <a16:creationId xmlns:a16="http://schemas.microsoft.com/office/drawing/2014/main" id="{C0B79B07-A0D9-7170-F1ED-CDAD2C301972}"/>
                </a:ext>
              </a:extLst>
            </p:cNvPr>
            <p:cNvSpPr/>
            <p:nvPr/>
          </p:nvSpPr>
          <p:spPr>
            <a:xfrm>
              <a:off x="9353550" y="45243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35" name="Oval 34">
              <a:extLst>
                <a:ext uri="{FF2B5EF4-FFF2-40B4-BE49-F238E27FC236}">
                  <a16:creationId xmlns:a16="http://schemas.microsoft.com/office/drawing/2014/main" id="{38244965-C4AD-35BE-2810-E8B3123A968A}"/>
                </a:ext>
              </a:extLst>
            </p:cNvPr>
            <p:cNvSpPr/>
            <p:nvPr/>
          </p:nvSpPr>
          <p:spPr>
            <a:xfrm>
              <a:off x="10229850" y="45148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71" name="Group 70">
            <a:extLst>
              <a:ext uri="{FF2B5EF4-FFF2-40B4-BE49-F238E27FC236}">
                <a16:creationId xmlns:a16="http://schemas.microsoft.com/office/drawing/2014/main" id="{FB0A19B4-B52C-DDEA-A36A-CCA9F7B39EE0}"/>
              </a:ext>
            </a:extLst>
          </p:cNvPr>
          <p:cNvGrpSpPr/>
          <p:nvPr/>
        </p:nvGrpSpPr>
        <p:grpSpPr>
          <a:xfrm>
            <a:off x="2949370" y="4688450"/>
            <a:ext cx="1771650" cy="581025"/>
            <a:chOff x="3057525" y="5573354"/>
            <a:chExt cx="1771650" cy="581025"/>
          </a:xfrm>
        </p:grpSpPr>
        <p:sp>
          <p:nvSpPr>
            <p:cNvPr id="43" name="Rectangle: Rounded Corners 42">
              <a:extLst>
                <a:ext uri="{FF2B5EF4-FFF2-40B4-BE49-F238E27FC236}">
                  <a16:creationId xmlns:a16="http://schemas.microsoft.com/office/drawing/2014/main" id="{15FC0F4C-95EC-38EF-0D6D-71FDA8990483}"/>
                </a:ext>
              </a:extLst>
            </p:cNvPr>
            <p:cNvSpPr/>
            <p:nvPr/>
          </p:nvSpPr>
          <p:spPr>
            <a:xfrm>
              <a:off x="3057525" y="557335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4</a:t>
              </a:r>
            </a:p>
          </p:txBody>
        </p:sp>
        <p:sp>
          <p:nvSpPr>
            <p:cNvPr id="44" name="Oval 43">
              <a:extLst>
                <a:ext uri="{FF2B5EF4-FFF2-40B4-BE49-F238E27FC236}">
                  <a16:creationId xmlns:a16="http://schemas.microsoft.com/office/drawing/2014/main" id="{E5FF3F93-1B1E-D19A-A316-30B65FB21640}"/>
                </a:ext>
              </a:extLst>
            </p:cNvPr>
            <p:cNvSpPr/>
            <p:nvPr/>
          </p:nvSpPr>
          <p:spPr>
            <a:xfrm>
              <a:off x="3181350" y="58293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45" name="Oval 44">
              <a:extLst>
                <a:ext uri="{FF2B5EF4-FFF2-40B4-BE49-F238E27FC236}">
                  <a16:creationId xmlns:a16="http://schemas.microsoft.com/office/drawing/2014/main" id="{AB0BF80B-3C0E-6FEE-1B8B-1CB72EC5124B}"/>
                </a:ext>
              </a:extLst>
            </p:cNvPr>
            <p:cNvSpPr/>
            <p:nvPr/>
          </p:nvSpPr>
          <p:spPr>
            <a:xfrm>
              <a:off x="4057650" y="58197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81" name="Group 80">
            <a:extLst>
              <a:ext uri="{FF2B5EF4-FFF2-40B4-BE49-F238E27FC236}">
                <a16:creationId xmlns:a16="http://schemas.microsoft.com/office/drawing/2014/main" id="{64125EE8-83C3-7BED-92CC-D59D37B3C03A}"/>
              </a:ext>
            </a:extLst>
          </p:cNvPr>
          <p:cNvGrpSpPr/>
          <p:nvPr/>
        </p:nvGrpSpPr>
        <p:grpSpPr>
          <a:xfrm>
            <a:off x="1676400" y="1581151"/>
            <a:ext cx="3129383" cy="925153"/>
            <a:chOff x="1676400" y="1581151"/>
            <a:chExt cx="3129383" cy="925153"/>
          </a:xfrm>
        </p:grpSpPr>
        <p:cxnSp>
          <p:nvCxnSpPr>
            <p:cNvPr id="10" name="Straight Arrow Connector 9">
              <a:extLst>
                <a:ext uri="{FF2B5EF4-FFF2-40B4-BE49-F238E27FC236}">
                  <a16:creationId xmlns:a16="http://schemas.microsoft.com/office/drawing/2014/main" id="{79008F9D-3E1D-CE70-2ACC-A1BACAE9BC60}"/>
                </a:ext>
              </a:extLst>
            </p:cNvPr>
            <p:cNvCxnSpPr>
              <a:cxnSpLocks/>
              <a:stCxn id="6" idx="3"/>
              <a:endCxn id="13" idx="0"/>
            </p:cNvCxnSpPr>
            <p:nvPr/>
          </p:nvCxnSpPr>
          <p:spPr>
            <a:xfrm flipH="1">
              <a:off x="3619500" y="1993952"/>
              <a:ext cx="1186283" cy="51235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59148149-4B51-7801-36E4-B0849BB2A071}"/>
                </a:ext>
              </a:extLst>
            </p:cNvPr>
            <p:cNvSpPr txBox="1"/>
            <p:nvPr/>
          </p:nvSpPr>
          <p:spPr>
            <a:xfrm>
              <a:off x="1676400" y="1581151"/>
              <a:ext cx="2800350" cy="646331"/>
            </a:xfrm>
            <a:prstGeom prst="rect">
              <a:avLst/>
            </a:prstGeom>
            <a:noFill/>
          </p:spPr>
          <p:txBody>
            <a:bodyPr wrap="square" rtlCol="0">
              <a:spAutoFit/>
            </a:bodyPr>
            <a:lstStyle/>
            <a:p>
              <a:r>
                <a:rPr lang="en-GB" dirty="0"/>
                <a:t>This link will take you only to nodes which are ≤7</a:t>
              </a:r>
            </a:p>
          </p:txBody>
        </p:sp>
        <p:cxnSp>
          <p:nvCxnSpPr>
            <p:cNvPr id="9" name="Straight Arrow Connector 8">
              <a:extLst>
                <a:ext uri="{FF2B5EF4-FFF2-40B4-BE49-F238E27FC236}">
                  <a16:creationId xmlns:a16="http://schemas.microsoft.com/office/drawing/2014/main" id="{78E83159-DB85-E5C6-DCB4-8209197F0DB3}"/>
                </a:ext>
              </a:extLst>
            </p:cNvPr>
            <p:cNvCxnSpPr/>
            <p:nvPr/>
          </p:nvCxnSpPr>
          <p:spPr>
            <a:xfrm>
              <a:off x="3895725" y="2038350"/>
              <a:ext cx="304800"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2" name="Group 81">
            <a:extLst>
              <a:ext uri="{FF2B5EF4-FFF2-40B4-BE49-F238E27FC236}">
                <a16:creationId xmlns:a16="http://schemas.microsoft.com/office/drawing/2014/main" id="{72B3007A-E53C-2738-4F62-5EA6EBE4FC7E}"/>
              </a:ext>
            </a:extLst>
          </p:cNvPr>
          <p:cNvGrpSpPr/>
          <p:nvPr/>
        </p:nvGrpSpPr>
        <p:grpSpPr>
          <a:xfrm>
            <a:off x="6167017" y="1504951"/>
            <a:ext cx="3196058" cy="1076324"/>
            <a:chOff x="6167017" y="1504951"/>
            <a:chExt cx="3196058" cy="1076324"/>
          </a:xfrm>
        </p:grpSpPr>
        <p:cxnSp>
          <p:nvCxnSpPr>
            <p:cNvPr id="12" name="Straight Arrow Connector 11">
              <a:extLst>
                <a:ext uri="{FF2B5EF4-FFF2-40B4-BE49-F238E27FC236}">
                  <a16:creationId xmlns:a16="http://schemas.microsoft.com/office/drawing/2014/main" id="{EFCE9F68-2D31-1C9F-E8D8-F2DD98B5B546}"/>
                </a:ext>
              </a:extLst>
            </p:cNvPr>
            <p:cNvCxnSpPr>
              <a:cxnSpLocks/>
              <a:stCxn id="8" idx="5"/>
              <a:endCxn id="18" idx="0"/>
            </p:cNvCxnSpPr>
            <p:nvPr/>
          </p:nvCxnSpPr>
          <p:spPr>
            <a:xfrm>
              <a:off x="6167017" y="1984427"/>
              <a:ext cx="1672058" cy="5968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214DB0F-6536-E868-9EE1-F815FCEC6E5A}"/>
                </a:ext>
              </a:extLst>
            </p:cNvPr>
            <p:cNvSpPr txBox="1"/>
            <p:nvPr/>
          </p:nvSpPr>
          <p:spPr>
            <a:xfrm>
              <a:off x="6562725" y="1504951"/>
              <a:ext cx="2800350" cy="646331"/>
            </a:xfrm>
            <a:prstGeom prst="rect">
              <a:avLst/>
            </a:prstGeom>
            <a:noFill/>
          </p:spPr>
          <p:txBody>
            <a:bodyPr wrap="square" rtlCol="0">
              <a:spAutoFit/>
            </a:bodyPr>
            <a:lstStyle/>
            <a:p>
              <a:r>
                <a:rPr lang="en-GB" dirty="0"/>
                <a:t>This link will take you only to nodes which are &gt;7</a:t>
              </a:r>
            </a:p>
          </p:txBody>
        </p:sp>
        <p:cxnSp>
          <p:nvCxnSpPr>
            <p:cNvPr id="21" name="Straight Arrow Connector 20">
              <a:extLst>
                <a:ext uri="{FF2B5EF4-FFF2-40B4-BE49-F238E27FC236}">
                  <a16:creationId xmlns:a16="http://schemas.microsoft.com/office/drawing/2014/main" id="{D4464309-4C4E-7753-942A-9B717AE665CC}"/>
                </a:ext>
              </a:extLst>
            </p:cNvPr>
            <p:cNvCxnSpPr/>
            <p:nvPr/>
          </p:nvCxnSpPr>
          <p:spPr>
            <a:xfrm flipH="1">
              <a:off x="7067550" y="2076450"/>
              <a:ext cx="333375" cy="1714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C5A21990-1108-2E91-B321-2A91AA904C7A}"/>
              </a:ext>
            </a:extLst>
          </p:cNvPr>
          <p:cNvSpPr txBox="1"/>
          <p:nvPr/>
        </p:nvSpPr>
        <p:spPr>
          <a:xfrm>
            <a:off x="6459794" y="5024284"/>
            <a:ext cx="5289754" cy="1200329"/>
          </a:xfrm>
          <a:prstGeom prst="rect">
            <a:avLst/>
          </a:prstGeom>
          <a:noFill/>
        </p:spPr>
        <p:txBody>
          <a:bodyPr wrap="square" rtlCol="0">
            <a:spAutoFit/>
          </a:bodyPr>
          <a:lstStyle/>
          <a:p>
            <a:r>
              <a:rPr lang="en-GB" dirty="0"/>
              <a:t>This example is pretty unsophisticated. It doesn’t keep the tree balanced to avoid very deep chains of nodes. For any set of ordered values there is always a way to build a balanced tree.</a:t>
            </a:r>
          </a:p>
        </p:txBody>
      </p:sp>
      <p:sp>
        <p:nvSpPr>
          <p:cNvPr id="39" name="TextBox 38">
            <a:extLst>
              <a:ext uri="{FF2B5EF4-FFF2-40B4-BE49-F238E27FC236}">
                <a16:creationId xmlns:a16="http://schemas.microsoft.com/office/drawing/2014/main" id="{8C104A8F-56B4-86C6-19CF-0F11CD880FF7}"/>
              </a:ext>
            </a:extLst>
          </p:cNvPr>
          <p:cNvSpPr txBox="1"/>
          <p:nvPr/>
        </p:nvSpPr>
        <p:spPr>
          <a:xfrm>
            <a:off x="8141110" y="786581"/>
            <a:ext cx="2113935" cy="307777"/>
          </a:xfrm>
          <a:prstGeom prst="rect">
            <a:avLst/>
          </a:prstGeom>
          <a:noFill/>
        </p:spPr>
        <p:txBody>
          <a:bodyPr wrap="square" rtlCol="0">
            <a:spAutoFit/>
          </a:bodyPr>
          <a:lstStyle/>
          <a:p>
            <a:r>
              <a:rPr lang="en-GB" sz="1400" dirty="0"/>
              <a:t>root node</a:t>
            </a:r>
          </a:p>
        </p:txBody>
      </p:sp>
      <p:cxnSp>
        <p:nvCxnSpPr>
          <p:cNvPr id="42" name="Straight Arrow Connector 41">
            <a:extLst>
              <a:ext uri="{FF2B5EF4-FFF2-40B4-BE49-F238E27FC236}">
                <a16:creationId xmlns:a16="http://schemas.microsoft.com/office/drawing/2014/main" id="{C4F38F8E-554E-2EA4-8385-770D365A378F}"/>
              </a:ext>
            </a:extLst>
          </p:cNvPr>
          <p:cNvCxnSpPr>
            <a:cxnSpLocks/>
            <a:stCxn id="39" idx="1"/>
          </p:cNvCxnSpPr>
          <p:nvPr/>
        </p:nvCxnSpPr>
        <p:spPr>
          <a:xfrm flipH="1">
            <a:off x="6440129" y="940470"/>
            <a:ext cx="1700981" cy="642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87" name="Group 86">
            <a:extLst>
              <a:ext uri="{FF2B5EF4-FFF2-40B4-BE49-F238E27FC236}">
                <a16:creationId xmlns:a16="http://schemas.microsoft.com/office/drawing/2014/main" id="{2A106FD8-C50C-79D9-F484-70740AAB925A}"/>
              </a:ext>
            </a:extLst>
          </p:cNvPr>
          <p:cNvGrpSpPr/>
          <p:nvPr/>
        </p:nvGrpSpPr>
        <p:grpSpPr>
          <a:xfrm>
            <a:off x="10481187" y="3274142"/>
            <a:ext cx="1229032" cy="393290"/>
            <a:chOff x="10481187" y="3274142"/>
            <a:chExt cx="1229032" cy="393290"/>
          </a:xfrm>
        </p:grpSpPr>
        <p:sp>
          <p:nvSpPr>
            <p:cNvPr id="40" name="TextBox 39">
              <a:extLst>
                <a:ext uri="{FF2B5EF4-FFF2-40B4-BE49-F238E27FC236}">
                  <a16:creationId xmlns:a16="http://schemas.microsoft.com/office/drawing/2014/main" id="{5B4FF339-7864-784D-B185-053FDA631386}"/>
                </a:ext>
              </a:extLst>
            </p:cNvPr>
            <p:cNvSpPr txBox="1"/>
            <p:nvPr/>
          </p:nvSpPr>
          <p:spPr>
            <a:xfrm>
              <a:off x="10481187" y="3274142"/>
              <a:ext cx="1229032" cy="307777"/>
            </a:xfrm>
            <a:prstGeom prst="rect">
              <a:avLst/>
            </a:prstGeom>
            <a:noFill/>
          </p:spPr>
          <p:txBody>
            <a:bodyPr wrap="square" rtlCol="0">
              <a:spAutoFit/>
            </a:bodyPr>
            <a:lstStyle/>
            <a:p>
              <a:r>
                <a:rPr lang="en-GB" sz="1400" dirty="0"/>
                <a:t>leaf node</a:t>
              </a:r>
            </a:p>
          </p:txBody>
        </p:sp>
        <p:cxnSp>
          <p:nvCxnSpPr>
            <p:cNvPr id="47" name="Straight Arrow Connector 46">
              <a:extLst>
                <a:ext uri="{FF2B5EF4-FFF2-40B4-BE49-F238E27FC236}">
                  <a16:creationId xmlns:a16="http://schemas.microsoft.com/office/drawing/2014/main" id="{31F8810E-FCDE-776B-7AAB-69319805C3FB}"/>
                </a:ext>
              </a:extLst>
            </p:cNvPr>
            <p:cNvCxnSpPr>
              <a:cxnSpLocks/>
            </p:cNvCxnSpPr>
            <p:nvPr/>
          </p:nvCxnSpPr>
          <p:spPr>
            <a:xfrm flipH="1">
              <a:off x="10510684" y="3598606"/>
              <a:ext cx="265471" cy="688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49" name="TextBox 48">
            <a:extLst>
              <a:ext uri="{FF2B5EF4-FFF2-40B4-BE49-F238E27FC236}">
                <a16:creationId xmlns:a16="http://schemas.microsoft.com/office/drawing/2014/main" id="{C08DE0EC-74AE-67C0-CFFC-95AC9D741C1E}"/>
              </a:ext>
            </a:extLst>
          </p:cNvPr>
          <p:cNvSpPr txBox="1"/>
          <p:nvPr/>
        </p:nvSpPr>
        <p:spPr>
          <a:xfrm>
            <a:off x="4758812" y="2831690"/>
            <a:ext cx="1386349" cy="523220"/>
          </a:xfrm>
          <a:prstGeom prst="rect">
            <a:avLst/>
          </a:prstGeom>
          <a:noFill/>
        </p:spPr>
        <p:txBody>
          <a:bodyPr wrap="square" rtlCol="0">
            <a:spAutoFit/>
          </a:bodyPr>
          <a:lstStyle/>
          <a:p>
            <a:r>
              <a:rPr lang="en-GB" sz="1400" dirty="0"/>
              <a:t>parent</a:t>
            </a:r>
          </a:p>
          <a:p>
            <a:r>
              <a:rPr lang="en-GB" sz="1400" dirty="0"/>
              <a:t>child</a:t>
            </a:r>
          </a:p>
        </p:txBody>
      </p:sp>
      <p:cxnSp>
        <p:nvCxnSpPr>
          <p:cNvPr id="51" name="Straight Arrow Connector 50">
            <a:extLst>
              <a:ext uri="{FF2B5EF4-FFF2-40B4-BE49-F238E27FC236}">
                <a16:creationId xmlns:a16="http://schemas.microsoft.com/office/drawing/2014/main" id="{94F5439E-F871-CB67-774C-CDE3A43F3F7C}"/>
              </a:ext>
            </a:extLst>
          </p:cNvPr>
          <p:cNvCxnSpPr>
            <a:cxnSpLocks/>
          </p:cNvCxnSpPr>
          <p:nvPr/>
        </p:nvCxnSpPr>
        <p:spPr>
          <a:xfrm flipH="1" flipV="1">
            <a:off x="4660491" y="2753033"/>
            <a:ext cx="314632" cy="1278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3659932A-F85D-3AF5-4529-475FA97D0267}"/>
              </a:ext>
            </a:extLst>
          </p:cNvPr>
          <p:cNvCxnSpPr>
            <a:cxnSpLocks/>
          </p:cNvCxnSpPr>
          <p:nvPr/>
        </p:nvCxnSpPr>
        <p:spPr>
          <a:xfrm>
            <a:off x="5034116" y="3303639"/>
            <a:ext cx="78658" cy="2359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72" name="Group 71">
            <a:extLst>
              <a:ext uri="{FF2B5EF4-FFF2-40B4-BE49-F238E27FC236}">
                <a16:creationId xmlns:a16="http://schemas.microsoft.com/office/drawing/2014/main" id="{C806F18E-E709-BC49-B8FE-394F692437C5}"/>
              </a:ext>
            </a:extLst>
          </p:cNvPr>
          <p:cNvGrpSpPr/>
          <p:nvPr/>
        </p:nvGrpSpPr>
        <p:grpSpPr>
          <a:xfrm>
            <a:off x="3839189" y="5814244"/>
            <a:ext cx="1771650" cy="581025"/>
            <a:chOff x="3057525" y="5573354"/>
            <a:chExt cx="1771650" cy="581025"/>
          </a:xfrm>
        </p:grpSpPr>
        <p:sp>
          <p:nvSpPr>
            <p:cNvPr id="73" name="Rectangle: Rounded Corners 72">
              <a:extLst>
                <a:ext uri="{FF2B5EF4-FFF2-40B4-BE49-F238E27FC236}">
                  <a16:creationId xmlns:a16="http://schemas.microsoft.com/office/drawing/2014/main" id="{968484EE-68BE-08D7-95C9-AE43FC549ABE}"/>
                </a:ext>
              </a:extLst>
            </p:cNvPr>
            <p:cNvSpPr/>
            <p:nvPr/>
          </p:nvSpPr>
          <p:spPr>
            <a:xfrm>
              <a:off x="3057525" y="557335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5</a:t>
              </a:r>
            </a:p>
          </p:txBody>
        </p:sp>
        <p:sp>
          <p:nvSpPr>
            <p:cNvPr id="74" name="Oval 73">
              <a:extLst>
                <a:ext uri="{FF2B5EF4-FFF2-40B4-BE49-F238E27FC236}">
                  <a16:creationId xmlns:a16="http://schemas.microsoft.com/office/drawing/2014/main" id="{AD46690F-BCF9-0F60-E179-33D12C5D341F}"/>
                </a:ext>
              </a:extLst>
            </p:cNvPr>
            <p:cNvSpPr/>
            <p:nvPr/>
          </p:nvSpPr>
          <p:spPr>
            <a:xfrm>
              <a:off x="3181350" y="58293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75" name="Oval 74">
              <a:extLst>
                <a:ext uri="{FF2B5EF4-FFF2-40B4-BE49-F238E27FC236}">
                  <a16:creationId xmlns:a16="http://schemas.microsoft.com/office/drawing/2014/main" id="{969E2BDB-819C-5283-88F7-C5DC59FB5616}"/>
                </a:ext>
              </a:extLst>
            </p:cNvPr>
            <p:cNvSpPr/>
            <p:nvPr/>
          </p:nvSpPr>
          <p:spPr>
            <a:xfrm>
              <a:off x="4057650" y="58197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77" name="Straight Arrow Connector 76">
            <a:extLst>
              <a:ext uri="{FF2B5EF4-FFF2-40B4-BE49-F238E27FC236}">
                <a16:creationId xmlns:a16="http://schemas.microsoft.com/office/drawing/2014/main" id="{449FAB1A-58A4-D92A-DE6B-D605606F6DD5}"/>
              </a:ext>
            </a:extLst>
          </p:cNvPr>
          <p:cNvCxnSpPr>
            <a:cxnSpLocks/>
            <a:stCxn id="45" idx="4"/>
            <a:endCxn id="73" idx="0"/>
          </p:cNvCxnSpPr>
          <p:nvPr/>
        </p:nvCxnSpPr>
        <p:spPr>
          <a:xfrm>
            <a:off x="4292395" y="5172996"/>
            <a:ext cx="432619" cy="6412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391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fade">
                                      <p:cBhvr>
                                        <p:cTn id="7" dur="500"/>
                                        <p:tgtEl>
                                          <p:spTgt spid="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gtEl>
                                        <p:attrNameLst>
                                          <p:attrName>style.visibility</p:attrName>
                                        </p:attrNameLst>
                                      </p:cBhvr>
                                      <p:to>
                                        <p:strVal val="visible"/>
                                      </p:to>
                                    </p:set>
                                    <p:animEffect transition="in" filter="fade">
                                      <p:cBhvr>
                                        <p:cTn id="12" dur="500"/>
                                        <p:tgtEl>
                                          <p:spTgt spid="82"/>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8"/>
                                        </p:tgtEl>
                                        <p:attrNameLst>
                                          <p:attrName>style.visibility</p:attrName>
                                        </p:attrNameLst>
                                      </p:cBhvr>
                                      <p:to>
                                        <p:strVal val="visible"/>
                                      </p:to>
                                    </p:set>
                                    <p:anim calcmode="lin" valueType="num">
                                      <p:cBhvr additive="base">
                                        <p:cTn id="23" dur="500" fill="hold"/>
                                        <p:tgtEl>
                                          <p:spTgt spid="68"/>
                                        </p:tgtEl>
                                        <p:attrNameLst>
                                          <p:attrName>ppt_x</p:attrName>
                                        </p:attrNameLst>
                                      </p:cBhvr>
                                      <p:tavLst>
                                        <p:tav tm="0">
                                          <p:val>
                                            <p:strVal val="#ppt_x"/>
                                          </p:val>
                                        </p:tav>
                                        <p:tav tm="100000">
                                          <p:val>
                                            <p:strVal val="#ppt_x"/>
                                          </p:val>
                                        </p:tav>
                                      </p:tavLst>
                                    </p:anim>
                                    <p:anim calcmode="lin" valueType="num">
                                      <p:cBhvr additive="base">
                                        <p:cTn id="24" dur="500" fill="hold"/>
                                        <p:tgtEl>
                                          <p:spTgt spid="6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5"/>
                                        </p:tgtEl>
                                        <p:attrNameLst>
                                          <p:attrName>style.visibility</p:attrName>
                                        </p:attrNameLst>
                                      </p:cBhvr>
                                      <p:to>
                                        <p:strVal val="visible"/>
                                      </p:to>
                                    </p:set>
                                    <p:anim calcmode="lin" valueType="num">
                                      <p:cBhvr additive="base">
                                        <p:cTn id="29" dur="500" fill="hold"/>
                                        <p:tgtEl>
                                          <p:spTgt spid="65"/>
                                        </p:tgtEl>
                                        <p:attrNameLst>
                                          <p:attrName>ppt_x</p:attrName>
                                        </p:attrNameLst>
                                      </p:cBhvr>
                                      <p:tavLst>
                                        <p:tav tm="0">
                                          <p:val>
                                            <p:strVal val="#ppt_x"/>
                                          </p:val>
                                        </p:tav>
                                        <p:tav tm="100000">
                                          <p:val>
                                            <p:strVal val="#ppt_x"/>
                                          </p:val>
                                        </p:tav>
                                      </p:tavLst>
                                    </p:anim>
                                    <p:anim calcmode="lin" valueType="num">
                                      <p:cBhvr additive="base">
                                        <p:cTn id="30" dur="500" fill="hold"/>
                                        <p:tgtEl>
                                          <p:spTgt spid="6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 calcmode="lin" valueType="num">
                                      <p:cBhvr additive="base">
                                        <p:cTn id="33" dur="500" fill="hold"/>
                                        <p:tgtEl>
                                          <p:spTgt spid="16"/>
                                        </p:tgtEl>
                                        <p:attrNameLst>
                                          <p:attrName>ppt_x</p:attrName>
                                        </p:attrNameLst>
                                      </p:cBhvr>
                                      <p:tavLst>
                                        <p:tav tm="0">
                                          <p:val>
                                            <p:strVal val="#ppt_x"/>
                                          </p:val>
                                        </p:tav>
                                        <p:tav tm="100000">
                                          <p:val>
                                            <p:strVal val="#ppt_x"/>
                                          </p:val>
                                        </p:tav>
                                      </p:tavLst>
                                    </p:anim>
                                    <p:anim calcmode="lin" valueType="num">
                                      <p:cBhvr additive="base">
                                        <p:cTn id="3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64"/>
                                        </p:tgtEl>
                                        <p:attrNameLst>
                                          <p:attrName>style.visibility</p:attrName>
                                        </p:attrNameLst>
                                      </p:cBhvr>
                                      <p:to>
                                        <p:strVal val="visible"/>
                                      </p:to>
                                    </p:set>
                                    <p:anim calcmode="lin" valueType="num">
                                      <p:cBhvr additive="base">
                                        <p:cTn id="39" dur="500" fill="hold"/>
                                        <p:tgtEl>
                                          <p:spTgt spid="64"/>
                                        </p:tgtEl>
                                        <p:attrNameLst>
                                          <p:attrName>ppt_x</p:attrName>
                                        </p:attrNameLst>
                                      </p:cBhvr>
                                      <p:tavLst>
                                        <p:tav tm="0">
                                          <p:val>
                                            <p:strVal val="#ppt_x"/>
                                          </p:val>
                                        </p:tav>
                                        <p:tav tm="100000">
                                          <p:val>
                                            <p:strVal val="#ppt_x"/>
                                          </p:val>
                                        </p:tav>
                                      </p:tavLst>
                                    </p:anim>
                                    <p:anim calcmode="lin" valueType="num">
                                      <p:cBhvr additive="base">
                                        <p:cTn id="40" dur="500" fill="hold"/>
                                        <p:tgtEl>
                                          <p:spTgt spid="64"/>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 calcmode="lin" valueType="num">
                                      <p:cBhvr additive="base">
                                        <p:cTn id="43" dur="500" fill="hold"/>
                                        <p:tgtEl>
                                          <p:spTgt spid="17"/>
                                        </p:tgtEl>
                                        <p:attrNameLst>
                                          <p:attrName>ppt_x</p:attrName>
                                        </p:attrNameLst>
                                      </p:cBhvr>
                                      <p:tavLst>
                                        <p:tav tm="0">
                                          <p:val>
                                            <p:strVal val="#ppt_x"/>
                                          </p:val>
                                        </p:tav>
                                        <p:tav tm="100000">
                                          <p:val>
                                            <p:strVal val="#ppt_x"/>
                                          </p:val>
                                        </p:tav>
                                      </p:tavLst>
                                    </p:anim>
                                    <p:anim calcmode="lin" valueType="num">
                                      <p:cBhvr additive="base">
                                        <p:cTn id="44"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69"/>
                                        </p:tgtEl>
                                        <p:attrNameLst>
                                          <p:attrName>style.visibility</p:attrName>
                                        </p:attrNameLst>
                                      </p:cBhvr>
                                      <p:to>
                                        <p:strVal val="visible"/>
                                      </p:to>
                                    </p:set>
                                    <p:anim calcmode="lin" valueType="num">
                                      <p:cBhvr additive="base">
                                        <p:cTn id="49" dur="500" fill="hold"/>
                                        <p:tgtEl>
                                          <p:spTgt spid="69"/>
                                        </p:tgtEl>
                                        <p:attrNameLst>
                                          <p:attrName>ppt_x</p:attrName>
                                        </p:attrNameLst>
                                      </p:cBhvr>
                                      <p:tavLst>
                                        <p:tav tm="0">
                                          <p:val>
                                            <p:strVal val="#ppt_x"/>
                                          </p:val>
                                        </p:tav>
                                        <p:tav tm="100000">
                                          <p:val>
                                            <p:strVal val="#ppt_x"/>
                                          </p:val>
                                        </p:tav>
                                      </p:tavLst>
                                    </p:anim>
                                    <p:anim calcmode="lin" valueType="num">
                                      <p:cBhvr additive="base">
                                        <p:cTn id="50" dur="500" fill="hold"/>
                                        <p:tgtEl>
                                          <p:spTgt spid="69"/>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2"/>
                                        </p:tgtEl>
                                        <p:attrNameLst>
                                          <p:attrName>style.visibility</p:attrName>
                                        </p:attrNameLst>
                                      </p:cBhvr>
                                      <p:to>
                                        <p:strVal val="visible"/>
                                      </p:to>
                                    </p:set>
                                    <p:anim calcmode="lin" valueType="num">
                                      <p:cBhvr additive="base">
                                        <p:cTn id="53" dur="500" fill="hold"/>
                                        <p:tgtEl>
                                          <p:spTgt spid="22"/>
                                        </p:tgtEl>
                                        <p:attrNameLst>
                                          <p:attrName>ppt_x</p:attrName>
                                        </p:attrNameLst>
                                      </p:cBhvr>
                                      <p:tavLst>
                                        <p:tav tm="0">
                                          <p:val>
                                            <p:strVal val="#ppt_x"/>
                                          </p:val>
                                        </p:tav>
                                        <p:tav tm="100000">
                                          <p:val>
                                            <p:strVal val="#ppt_x"/>
                                          </p:val>
                                        </p:tav>
                                      </p:tavLst>
                                    </p:anim>
                                    <p:anim calcmode="lin" valueType="num">
                                      <p:cBhvr additive="base">
                                        <p:cTn id="5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71"/>
                                        </p:tgtEl>
                                        <p:attrNameLst>
                                          <p:attrName>style.visibility</p:attrName>
                                        </p:attrNameLst>
                                      </p:cBhvr>
                                      <p:to>
                                        <p:strVal val="visible"/>
                                      </p:to>
                                    </p:set>
                                    <p:anim calcmode="lin" valueType="num">
                                      <p:cBhvr additive="base">
                                        <p:cTn id="59" dur="500" fill="hold"/>
                                        <p:tgtEl>
                                          <p:spTgt spid="71"/>
                                        </p:tgtEl>
                                        <p:attrNameLst>
                                          <p:attrName>ppt_x</p:attrName>
                                        </p:attrNameLst>
                                      </p:cBhvr>
                                      <p:tavLst>
                                        <p:tav tm="0">
                                          <p:val>
                                            <p:strVal val="#ppt_x"/>
                                          </p:val>
                                        </p:tav>
                                        <p:tav tm="100000">
                                          <p:val>
                                            <p:strVal val="#ppt_x"/>
                                          </p:val>
                                        </p:tav>
                                      </p:tavLst>
                                    </p:anim>
                                    <p:anim calcmode="lin" valueType="num">
                                      <p:cBhvr additive="base">
                                        <p:cTn id="60" dur="500" fill="hold"/>
                                        <p:tgtEl>
                                          <p:spTgt spid="71"/>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anim calcmode="lin" valueType="num">
                                      <p:cBhvr additive="base">
                                        <p:cTn id="63" dur="500" fill="hold"/>
                                        <p:tgtEl>
                                          <p:spTgt spid="31"/>
                                        </p:tgtEl>
                                        <p:attrNameLst>
                                          <p:attrName>ppt_x</p:attrName>
                                        </p:attrNameLst>
                                      </p:cBhvr>
                                      <p:tavLst>
                                        <p:tav tm="0">
                                          <p:val>
                                            <p:strVal val="#ppt_x"/>
                                          </p:val>
                                        </p:tav>
                                        <p:tav tm="100000">
                                          <p:val>
                                            <p:strVal val="#ppt_x"/>
                                          </p:val>
                                        </p:tav>
                                      </p:tavLst>
                                    </p:anim>
                                    <p:anim calcmode="lin" valueType="num">
                                      <p:cBhvr additive="base">
                                        <p:cTn id="64"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nodeType="clickEffect">
                                  <p:stCondLst>
                                    <p:cond delay="0"/>
                                  </p:stCondLst>
                                  <p:childTnLst>
                                    <p:set>
                                      <p:cBhvr>
                                        <p:cTn id="68" dur="1" fill="hold">
                                          <p:stCondLst>
                                            <p:cond delay="0"/>
                                          </p:stCondLst>
                                        </p:cTn>
                                        <p:tgtEl>
                                          <p:spTgt spid="72"/>
                                        </p:tgtEl>
                                        <p:attrNameLst>
                                          <p:attrName>style.visibility</p:attrName>
                                        </p:attrNameLst>
                                      </p:cBhvr>
                                      <p:to>
                                        <p:strVal val="visible"/>
                                      </p:to>
                                    </p:set>
                                    <p:anim calcmode="lin" valueType="num">
                                      <p:cBhvr additive="base">
                                        <p:cTn id="69" dur="500" fill="hold"/>
                                        <p:tgtEl>
                                          <p:spTgt spid="72"/>
                                        </p:tgtEl>
                                        <p:attrNameLst>
                                          <p:attrName>ppt_x</p:attrName>
                                        </p:attrNameLst>
                                      </p:cBhvr>
                                      <p:tavLst>
                                        <p:tav tm="0">
                                          <p:val>
                                            <p:strVal val="#ppt_x"/>
                                          </p:val>
                                        </p:tav>
                                        <p:tav tm="100000">
                                          <p:val>
                                            <p:strVal val="#ppt_x"/>
                                          </p:val>
                                        </p:tav>
                                      </p:tavLst>
                                    </p:anim>
                                    <p:anim calcmode="lin" valueType="num">
                                      <p:cBhvr additive="base">
                                        <p:cTn id="70" dur="500" fill="hold"/>
                                        <p:tgtEl>
                                          <p:spTgt spid="72"/>
                                        </p:tgtEl>
                                        <p:attrNameLst>
                                          <p:attrName>ppt_y</p:attrName>
                                        </p:attrNameLst>
                                      </p:cBhvr>
                                      <p:tavLst>
                                        <p:tav tm="0">
                                          <p:val>
                                            <p:strVal val="1+#ppt_h/2"/>
                                          </p:val>
                                        </p:tav>
                                        <p:tav tm="100000">
                                          <p:val>
                                            <p:strVal val="#ppt_y"/>
                                          </p:val>
                                        </p:tav>
                                      </p:tavLst>
                                    </p:anim>
                                  </p:childTnLst>
                                </p:cTn>
                              </p:par>
                              <p:par>
                                <p:cTn id="71" presetID="2" presetClass="entr" presetSubtype="4" fill="hold" nodeType="withEffect">
                                  <p:stCondLst>
                                    <p:cond delay="0"/>
                                  </p:stCondLst>
                                  <p:childTnLst>
                                    <p:set>
                                      <p:cBhvr>
                                        <p:cTn id="72" dur="1" fill="hold">
                                          <p:stCondLst>
                                            <p:cond delay="0"/>
                                          </p:stCondLst>
                                        </p:cTn>
                                        <p:tgtEl>
                                          <p:spTgt spid="77"/>
                                        </p:tgtEl>
                                        <p:attrNameLst>
                                          <p:attrName>style.visibility</p:attrName>
                                        </p:attrNameLst>
                                      </p:cBhvr>
                                      <p:to>
                                        <p:strVal val="visible"/>
                                      </p:to>
                                    </p:set>
                                    <p:anim calcmode="lin" valueType="num">
                                      <p:cBhvr additive="base">
                                        <p:cTn id="73" dur="500" fill="hold"/>
                                        <p:tgtEl>
                                          <p:spTgt spid="77"/>
                                        </p:tgtEl>
                                        <p:attrNameLst>
                                          <p:attrName>ppt_x</p:attrName>
                                        </p:attrNameLst>
                                      </p:cBhvr>
                                      <p:tavLst>
                                        <p:tav tm="0">
                                          <p:val>
                                            <p:strVal val="#ppt_x"/>
                                          </p:val>
                                        </p:tav>
                                        <p:tav tm="100000">
                                          <p:val>
                                            <p:strVal val="#ppt_x"/>
                                          </p:val>
                                        </p:tav>
                                      </p:tavLst>
                                    </p:anim>
                                    <p:anim calcmode="lin" valueType="num">
                                      <p:cBhvr additive="base">
                                        <p:cTn id="7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500"/>
                                        <p:tgtEl>
                                          <p:spTgt spid="49"/>
                                        </p:tgtEl>
                                      </p:cBhvr>
                                    </p:animEffect>
                                  </p:childTnLst>
                                </p:cTn>
                              </p:par>
                              <p:par>
                                <p:cTn id="80" presetID="10" presetClass="entr" presetSubtype="0" fill="hold" nodeType="with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500"/>
                                        <p:tgtEl>
                                          <p:spTgt spid="53"/>
                                        </p:tgtEl>
                                      </p:cBhvr>
                                    </p:animEffect>
                                  </p:childTnLst>
                                </p:cTn>
                              </p:par>
                              <p:par>
                                <p:cTn id="83" presetID="10" presetClass="entr" presetSubtype="0" fill="hold"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500"/>
                                        <p:tgtEl>
                                          <p:spTgt spid="51"/>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par>
                                <p:cTn id="91" presetID="10" presetClass="entr" presetSubtype="0" fill="hold" nodeType="withEffect">
                                  <p:stCondLst>
                                    <p:cond delay="0"/>
                                  </p:stCondLst>
                                  <p:childTnLst>
                                    <p:set>
                                      <p:cBhvr>
                                        <p:cTn id="92" dur="1" fill="hold">
                                          <p:stCondLst>
                                            <p:cond delay="0"/>
                                          </p:stCondLst>
                                        </p:cTn>
                                        <p:tgtEl>
                                          <p:spTgt spid="42"/>
                                        </p:tgtEl>
                                        <p:attrNameLst>
                                          <p:attrName>style.visibility</p:attrName>
                                        </p:attrNameLst>
                                      </p:cBhvr>
                                      <p:to>
                                        <p:strVal val="visible"/>
                                      </p:to>
                                    </p:set>
                                    <p:animEffect transition="in" filter="fade">
                                      <p:cBhvr>
                                        <p:cTn id="93" dur="500"/>
                                        <p:tgtEl>
                                          <p:spTgt spid="4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87"/>
                                        </p:tgtEl>
                                        <p:attrNameLst>
                                          <p:attrName>style.visibility</p:attrName>
                                        </p:attrNameLst>
                                      </p:cBhvr>
                                      <p:to>
                                        <p:strVal val="visible"/>
                                      </p:to>
                                    </p:set>
                                    <p:animEffect transition="in" filter="fade">
                                      <p:cBhvr>
                                        <p:cTn id="98" dur="500"/>
                                        <p:tgtEl>
                                          <p:spTgt spid="87"/>
                                        </p:tgtEl>
                                      </p:cBhvr>
                                    </p:animEffect>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38"/>
                                        </p:tgtEl>
                                        <p:attrNameLst>
                                          <p:attrName>style.visibility</p:attrName>
                                        </p:attrNameLst>
                                      </p:cBhvr>
                                      <p:to>
                                        <p:strVal val="visible"/>
                                      </p:to>
                                    </p:set>
                                    <p:anim calcmode="lin" valueType="num">
                                      <p:cBhvr additive="base">
                                        <p:cTn id="103" dur="500" fill="hold"/>
                                        <p:tgtEl>
                                          <p:spTgt spid="38"/>
                                        </p:tgtEl>
                                        <p:attrNameLst>
                                          <p:attrName>ppt_x</p:attrName>
                                        </p:attrNameLst>
                                      </p:cBhvr>
                                      <p:tavLst>
                                        <p:tav tm="0">
                                          <p:val>
                                            <p:strVal val="#ppt_x"/>
                                          </p:val>
                                        </p:tav>
                                        <p:tav tm="100000">
                                          <p:val>
                                            <p:strVal val="#ppt_x"/>
                                          </p:val>
                                        </p:tav>
                                      </p:tavLst>
                                    </p:anim>
                                    <p:anim calcmode="lin" valueType="num">
                                      <p:cBhvr additive="base">
                                        <p:cTn id="10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Insert</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5029201" cy="5078313"/>
          </a:xfrm>
          <a:prstGeom prst="rect">
            <a:avLst/>
          </a:prstGeom>
          <a:noFill/>
        </p:spPr>
        <p:txBody>
          <a:bodyPr wrap="square" rtlCol="0">
            <a:spAutoFit/>
          </a:bodyPr>
          <a:lstStyle/>
          <a:p>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(node,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 &lt;= node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node.left</a:t>
            </a:r>
            <a:r>
              <a:rPr lang="en-GB" b="1" dirty="0">
                <a:latin typeface="Cascadia Code" panose="020B0609020000020004" pitchFamily="49" charset="0"/>
                <a:cs typeface="Cascadia Code" panose="020B0609020000020004" pitchFamily="49" charset="0"/>
              </a:rPr>
              <a:t> =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a:t>
            </a:r>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node.right</a:t>
            </a:r>
            <a:r>
              <a:rPr lang="en-GB" b="1" dirty="0">
                <a:latin typeface="Cascadia Code" panose="020B0609020000020004" pitchFamily="49" charset="0"/>
                <a:cs typeface="Cascadia Code" panose="020B0609020000020004" pitchFamily="49" charset="0"/>
              </a:rPr>
              <a:t> =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a:t>
            </a:r>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7505700" y="2066925"/>
            <a:ext cx="3381375" cy="1754326"/>
          </a:xfrm>
          <a:prstGeom prst="rect">
            <a:avLst/>
          </a:prstGeom>
          <a:noFill/>
        </p:spPr>
        <p:txBody>
          <a:bodyPr wrap="square" rtlCol="0">
            <a:spAutoFit/>
          </a:bodyPr>
          <a:lstStyle/>
          <a:p>
            <a:r>
              <a:rPr lang="en-GB" dirty="0"/>
              <a:t>O(log N) because it’s proportional to the number of levels in the tree, which is O(log N), i.e. how many times can you divide N by 2 – remember the trick of counting the digits in N.</a:t>
            </a:r>
          </a:p>
        </p:txBody>
      </p:sp>
    </p:spTree>
    <p:extLst>
      <p:ext uri="{BB962C8B-B14F-4D97-AF65-F5344CB8AC3E}">
        <p14:creationId xmlns:p14="http://schemas.microsoft.com/office/powerpoint/2010/main" val="464799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Traversal</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5762626" cy="2862322"/>
          </a:xfrm>
          <a:prstGeom prst="rect">
            <a:avLst/>
          </a:prstGeom>
          <a:noFill/>
        </p:spPr>
        <p:txBody>
          <a:bodyPr wrap="square" rtlCol="0">
            <a:spAutoFit/>
          </a:bodyPr>
          <a:lstStyle/>
          <a:p>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(node)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 print every node we see</a:t>
            </a:r>
          </a:p>
          <a:p>
            <a:r>
              <a:rPr lang="en-GB" dirty="0">
                <a:latin typeface="Cascadia Code" panose="020B0609020000020004" pitchFamily="49" charset="0"/>
                <a:cs typeface="Cascadia Code" panose="020B0609020000020004" pitchFamily="49" charset="0"/>
              </a:rPr>
              <a:t>  console.log(“Node = “ +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7505700" y="2066925"/>
            <a:ext cx="3381375" cy="646331"/>
          </a:xfrm>
          <a:prstGeom prst="rect">
            <a:avLst/>
          </a:prstGeom>
          <a:noFill/>
        </p:spPr>
        <p:txBody>
          <a:bodyPr wrap="square" rtlCol="0">
            <a:spAutoFit/>
          </a:bodyPr>
          <a:lstStyle/>
          <a:p>
            <a:r>
              <a:rPr lang="en-GB" dirty="0"/>
              <a:t>Traversal means scanning or visiting every element in the tree</a:t>
            </a:r>
          </a:p>
        </p:txBody>
      </p:sp>
    </p:spTree>
    <p:extLst>
      <p:ext uri="{BB962C8B-B14F-4D97-AF65-F5344CB8AC3E}">
        <p14:creationId xmlns:p14="http://schemas.microsoft.com/office/powerpoint/2010/main" val="10502166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Range Traversal</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6410326" cy="3139321"/>
          </a:xfrm>
          <a:prstGeom prst="rect">
            <a:avLst/>
          </a:prstGeom>
          <a:noFill/>
        </p:spPr>
        <p:txBody>
          <a:bodyPr wrap="square" rtlCol="0">
            <a:spAutoFit/>
          </a:bodyPr>
          <a:lstStyle/>
          <a:p>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(node, from, to)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&gt;=from)</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from, to);</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&gt;=from </a:t>
            </a:r>
          </a:p>
          <a:p>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&lt;=to)</a:t>
            </a:r>
          </a:p>
          <a:p>
            <a:r>
              <a:rPr lang="en-GB" dirty="0">
                <a:latin typeface="Cascadia Code" panose="020B0609020000020004" pitchFamily="49" charset="0"/>
                <a:cs typeface="Cascadia Code" panose="020B0609020000020004" pitchFamily="49" charset="0"/>
              </a:rPr>
              <a:t>    console.log(“Node = “ +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&lt;=to)</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from, to);</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8331609" y="2460216"/>
            <a:ext cx="3381375" cy="646331"/>
          </a:xfrm>
          <a:prstGeom prst="rect">
            <a:avLst/>
          </a:prstGeom>
          <a:noFill/>
        </p:spPr>
        <p:txBody>
          <a:bodyPr wrap="square" rtlCol="0">
            <a:spAutoFit/>
          </a:bodyPr>
          <a:lstStyle/>
          <a:p>
            <a:r>
              <a:rPr lang="en-GB" dirty="0"/>
              <a:t>Print out all values between “from” and “to” in sorted order</a:t>
            </a:r>
          </a:p>
        </p:txBody>
      </p:sp>
    </p:spTree>
    <p:extLst>
      <p:ext uri="{BB962C8B-B14F-4D97-AF65-F5344CB8AC3E}">
        <p14:creationId xmlns:p14="http://schemas.microsoft.com/office/powerpoint/2010/main" val="10717287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F13BB-65F1-7E1F-15D8-A51B88A07C66}"/>
              </a:ext>
            </a:extLst>
          </p:cNvPr>
          <p:cNvSpPr>
            <a:spLocks noGrp="1"/>
          </p:cNvSpPr>
          <p:nvPr>
            <p:ph type="title"/>
          </p:nvPr>
        </p:nvSpPr>
        <p:spPr/>
        <p:txBody>
          <a:bodyPr/>
          <a:lstStyle/>
          <a:p>
            <a:r>
              <a:rPr lang="en-GB" dirty="0"/>
              <a:t>Sets</a:t>
            </a:r>
          </a:p>
        </p:txBody>
      </p:sp>
      <p:sp>
        <p:nvSpPr>
          <p:cNvPr id="3" name="Text Placeholder 2">
            <a:extLst>
              <a:ext uri="{FF2B5EF4-FFF2-40B4-BE49-F238E27FC236}">
                <a16:creationId xmlns:a16="http://schemas.microsoft.com/office/drawing/2014/main" id="{E76EBFE5-D4CA-0580-4E34-789648C3BE73}"/>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ECF01052-67DD-9692-DA96-593BFC0FDEE3}"/>
              </a:ext>
            </a:extLst>
          </p:cNvPr>
          <p:cNvGrpSpPr/>
          <p:nvPr/>
        </p:nvGrpSpPr>
        <p:grpSpPr>
          <a:xfrm>
            <a:off x="4229100" y="3838575"/>
            <a:ext cx="561975" cy="447675"/>
            <a:chOff x="9191625" y="1828800"/>
            <a:chExt cx="561975" cy="447675"/>
          </a:xfrm>
        </p:grpSpPr>
        <p:sp>
          <p:nvSpPr>
            <p:cNvPr id="5" name="Oval 4">
              <a:extLst>
                <a:ext uri="{FF2B5EF4-FFF2-40B4-BE49-F238E27FC236}">
                  <a16:creationId xmlns:a16="http://schemas.microsoft.com/office/drawing/2014/main" id="{6E627196-B707-0B3E-EDB7-CD6B485FD990}"/>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14D13823-89F9-8A2F-278E-A453D3C1DE4F}"/>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4128E14A-7CEA-8490-88BF-277B2BE57394}"/>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D001A839-E32E-B39C-94AD-27CF02AC046C}"/>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48DD50ED-C6FB-8600-A30D-1CA2BCB02E10}"/>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C0C6BC2F-FB8A-91E9-D935-823CAD5AB3CC}"/>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5556073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Set</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a:bodyPr>
          <a:lstStyle/>
          <a:p>
            <a:r>
              <a:rPr lang="en-GB" dirty="0"/>
              <a:t>A collection of unique objects</a:t>
            </a:r>
          </a:p>
          <a:p>
            <a:pPr marL="685800" lvl="2">
              <a:spcBef>
                <a:spcPts val="1000"/>
              </a:spcBef>
            </a:pPr>
            <a:r>
              <a:rPr lang="en-GB" sz="2400" dirty="0"/>
              <a:t>It means that no two objects in the Set share the same key/id</a:t>
            </a:r>
          </a:p>
          <a:p>
            <a:endParaRPr lang="en-GB" dirty="0">
              <a:latin typeface="Cascadia Code" panose="020B0609020000020004" pitchFamily="49" charset="0"/>
              <a:cs typeface="Cascadia Code" panose="020B0609020000020004" pitchFamily="49" charset="0"/>
            </a:endParaRPr>
          </a:p>
        </p:txBody>
      </p:sp>
      <p:grpSp>
        <p:nvGrpSpPr>
          <p:cNvPr id="4" name="Group 3">
            <a:extLst>
              <a:ext uri="{FF2B5EF4-FFF2-40B4-BE49-F238E27FC236}">
                <a16:creationId xmlns:a16="http://schemas.microsoft.com/office/drawing/2014/main" id="{8DAB991E-5632-1B56-DFA1-C19254E5D098}"/>
              </a:ext>
            </a:extLst>
          </p:cNvPr>
          <p:cNvGrpSpPr/>
          <p:nvPr/>
        </p:nvGrpSpPr>
        <p:grpSpPr>
          <a:xfrm>
            <a:off x="2000250" y="762000"/>
            <a:ext cx="561975" cy="447675"/>
            <a:chOff x="9191625" y="1828800"/>
            <a:chExt cx="561975" cy="447675"/>
          </a:xfrm>
        </p:grpSpPr>
        <p:sp>
          <p:nvSpPr>
            <p:cNvPr id="5" name="Oval 4">
              <a:extLst>
                <a:ext uri="{FF2B5EF4-FFF2-40B4-BE49-F238E27FC236}">
                  <a16:creationId xmlns:a16="http://schemas.microsoft.com/office/drawing/2014/main" id="{DCFB3CAB-6728-266F-9652-A93EBBE0FD5C}"/>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40821EBC-3E84-5C12-871A-B7E15F7BF70E}"/>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9827D05E-9CE7-7F35-B609-5A565AA5369D}"/>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93E78BF7-740F-0B0A-59A1-5AC4796A9849}"/>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300738E7-44D4-8CA8-AA0B-220B9C4CFEBA}"/>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6564626E-03F9-D47E-75DF-8A2C1A0D6239}"/>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1803400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fontScale="92500"/>
          </a:bodyPr>
          <a:lstStyle/>
          <a:p>
            <a:r>
              <a:rPr lang="en-GB" dirty="0">
                <a:cs typeface="Cascadia Code" panose="020B0609020000020004" pitchFamily="49" charset="0"/>
              </a:rPr>
              <a:t>The objects are stored in an </a:t>
            </a:r>
            <a:r>
              <a:rPr lang="en-GB" b="1" dirty="0">
                <a:cs typeface="Cascadia Code" panose="020B0609020000020004" pitchFamily="49" charset="0"/>
              </a:rPr>
              <a:t>array of Buckets </a:t>
            </a:r>
            <a:r>
              <a:rPr lang="en-GB" dirty="0">
                <a:cs typeface="Cascadia Code" panose="020B0609020000020004" pitchFamily="49" charset="0"/>
              </a:rPr>
              <a:t>of size S </a:t>
            </a:r>
            <a:r>
              <a:rPr lang="en-GB" dirty="0">
                <a:solidFill>
                  <a:schemeClr val="tx1">
                    <a:lumMod val="50000"/>
                    <a:lumOff val="50000"/>
                  </a:schemeClr>
                </a:solidFill>
                <a:cs typeface="Cascadia Code" panose="020B0609020000020004" pitchFamily="49" charset="0"/>
              </a:rPr>
              <a:t>(S is usually a bit more than the number of objects)</a:t>
            </a:r>
          </a:p>
          <a:p>
            <a:r>
              <a:rPr lang="en-GB" dirty="0">
                <a:cs typeface="Cascadia Code" panose="020B0609020000020004" pitchFamily="49" charset="0"/>
              </a:rPr>
              <a:t>The key of each object is used to calculate which bucket it is to be stored in</a:t>
            </a:r>
          </a:p>
          <a:p>
            <a:pPr lvl="1"/>
            <a:r>
              <a:rPr lang="en-GB" dirty="0">
                <a:cs typeface="Cascadia Code" panose="020B0609020000020004" pitchFamily="49" charset="0"/>
              </a:rPr>
              <a:t>This calculation is done with the help of a </a:t>
            </a:r>
            <a:r>
              <a:rPr lang="en-GB" b="1" dirty="0">
                <a:cs typeface="Cascadia Code" panose="020B0609020000020004" pitchFamily="49" charset="0"/>
              </a:rPr>
              <a:t>hash function </a:t>
            </a:r>
            <a:r>
              <a:rPr lang="en-GB" i="1" dirty="0">
                <a:latin typeface="Cambria Math" panose="02040503050406030204" pitchFamily="18" charset="0"/>
                <a:ea typeface="Cambria Math" panose="02040503050406030204" pitchFamily="18" charset="0"/>
                <a:cs typeface="Cascadia Code" panose="020B0609020000020004" pitchFamily="49" charset="0"/>
              </a:rPr>
              <a:t>h(key)</a:t>
            </a:r>
          </a:p>
          <a:p>
            <a:pPr lvl="1"/>
            <a:r>
              <a:rPr lang="en-GB" dirty="0">
                <a:cs typeface="Cascadia Code" panose="020B0609020000020004" pitchFamily="49" charset="0"/>
              </a:rPr>
              <a:t>The aim is to distribute the objects as </a:t>
            </a:r>
            <a:r>
              <a:rPr lang="en-GB" b="1" dirty="0">
                <a:cs typeface="Cascadia Code" panose="020B0609020000020004" pitchFamily="49" charset="0"/>
              </a:rPr>
              <a:t>uniformly</a:t>
            </a:r>
            <a:r>
              <a:rPr lang="en-GB" dirty="0">
                <a:cs typeface="Cascadia Code" panose="020B0609020000020004" pitchFamily="49" charset="0"/>
              </a:rPr>
              <a:t> as possible across the buckets</a:t>
            </a:r>
          </a:p>
          <a:p>
            <a:r>
              <a:rPr lang="en-GB" dirty="0">
                <a:cs typeface="Cascadia Code" panose="020B0609020000020004" pitchFamily="49" charset="0"/>
              </a:rPr>
              <a:t>More than one object might end up in each bucket, so that needs to be handled when storing and retrieving</a:t>
            </a:r>
          </a:p>
          <a:p>
            <a:r>
              <a:rPr lang="en-GB" dirty="0">
                <a:cs typeface="Cascadia Code" panose="020B0609020000020004" pitchFamily="49" charset="0"/>
              </a:rPr>
              <a:t>Analogy:</a:t>
            </a:r>
          </a:p>
          <a:p>
            <a:pPr lvl="1"/>
            <a:r>
              <a:rPr lang="en-GB" dirty="0">
                <a:cs typeface="Cascadia Code" panose="020B0609020000020004" pitchFamily="49" charset="0"/>
              </a:rPr>
              <a:t>The hash function is like taking a fast plane to get close to your destination</a:t>
            </a:r>
          </a:p>
          <a:p>
            <a:pPr lvl="1"/>
            <a:r>
              <a:rPr lang="en-GB" dirty="0">
                <a:cs typeface="Cascadia Code" panose="020B0609020000020004" pitchFamily="49" charset="0"/>
              </a:rPr>
              <a:t>Then take local transport to get to your destination</a:t>
            </a:r>
          </a:p>
        </p:txBody>
      </p:sp>
    </p:spTree>
    <p:extLst>
      <p:ext uri="{BB962C8B-B14F-4D97-AF65-F5344CB8AC3E}">
        <p14:creationId xmlns:p14="http://schemas.microsoft.com/office/powerpoint/2010/main" val="395497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Hash Function - illustration</a:t>
            </a:r>
          </a:p>
        </p:txBody>
      </p:sp>
      <p:sp>
        <p:nvSpPr>
          <p:cNvPr id="6" name="Rectangle: Rounded Corners 5">
            <a:extLst>
              <a:ext uri="{FF2B5EF4-FFF2-40B4-BE49-F238E27FC236}">
                <a16:creationId xmlns:a16="http://schemas.microsoft.com/office/drawing/2014/main" id="{A952ADD8-467E-51B2-CB67-2C56A366605F}"/>
              </a:ext>
            </a:extLst>
          </p:cNvPr>
          <p:cNvSpPr/>
          <p:nvPr/>
        </p:nvSpPr>
        <p:spPr>
          <a:xfrm>
            <a:off x="2876550" y="2095500"/>
            <a:ext cx="2228850" cy="857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Hash Function</a:t>
            </a:r>
          </a:p>
        </p:txBody>
      </p:sp>
      <p:grpSp>
        <p:nvGrpSpPr>
          <p:cNvPr id="43" name="Group 42">
            <a:extLst>
              <a:ext uri="{FF2B5EF4-FFF2-40B4-BE49-F238E27FC236}">
                <a16:creationId xmlns:a16="http://schemas.microsoft.com/office/drawing/2014/main" id="{6ED2B3D9-3973-0BBD-F655-9A3E11BC541F}"/>
              </a:ext>
            </a:extLst>
          </p:cNvPr>
          <p:cNvGrpSpPr/>
          <p:nvPr/>
        </p:nvGrpSpPr>
        <p:grpSpPr>
          <a:xfrm>
            <a:off x="3990975" y="2952750"/>
            <a:ext cx="2742274" cy="1314450"/>
            <a:chOff x="3990975" y="2952750"/>
            <a:chExt cx="2742274" cy="1314450"/>
          </a:xfrm>
        </p:grpSpPr>
        <p:sp>
          <p:nvSpPr>
            <p:cNvPr id="8" name="TextBox 7">
              <a:extLst>
                <a:ext uri="{FF2B5EF4-FFF2-40B4-BE49-F238E27FC236}">
                  <a16:creationId xmlns:a16="http://schemas.microsoft.com/office/drawing/2014/main" id="{8A15B498-DF55-C9A9-730A-842873885003}"/>
                </a:ext>
              </a:extLst>
            </p:cNvPr>
            <p:cNvSpPr txBox="1"/>
            <p:nvPr/>
          </p:nvSpPr>
          <p:spPr>
            <a:xfrm>
              <a:off x="4819650" y="3000375"/>
              <a:ext cx="1038225" cy="646331"/>
            </a:xfrm>
            <a:prstGeom prst="rect">
              <a:avLst/>
            </a:prstGeom>
            <a:noFill/>
          </p:spPr>
          <p:txBody>
            <a:bodyPr wrap="square" rtlCol="0">
              <a:spAutoFit/>
            </a:bodyPr>
            <a:lstStyle/>
            <a:p>
              <a:r>
                <a:rPr lang="en-GB" i="1" dirty="0">
                  <a:latin typeface="Cambria Math" panose="02040503050406030204" pitchFamily="18" charset="0"/>
                  <a:ea typeface="Cambria Math" panose="02040503050406030204" pitchFamily="18" charset="0"/>
                </a:rPr>
                <a:t>Bucket Number</a:t>
              </a:r>
            </a:p>
          </p:txBody>
        </p:sp>
        <p:cxnSp>
          <p:nvCxnSpPr>
            <p:cNvPr id="42" name="Connector: Elbow 41">
              <a:extLst>
                <a:ext uri="{FF2B5EF4-FFF2-40B4-BE49-F238E27FC236}">
                  <a16:creationId xmlns:a16="http://schemas.microsoft.com/office/drawing/2014/main" id="{FA9F16BC-CD8D-1FC8-F83C-C6391433B421}"/>
                </a:ext>
              </a:extLst>
            </p:cNvPr>
            <p:cNvCxnSpPr>
              <a:stCxn id="6" idx="2"/>
              <a:endCxn id="27" idx="0"/>
            </p:cNvCxnSpPr>
            <p:nvPr/>
          </p:nvCxnSpPr>
          <p:spPr>
            <a:xfrm rot="16200000" flipH="1">
              <a:off x="4704887" y="2238838"/>
              <a:ext cx="1314450" cy="274227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6593ACA3-9401-8BD4-7BBB-F9ED5C048952}"/>
              </a:ext>
            </a:extLst>
          </p:cNvPr>
          <p:cNvGrpSpPr/>
          <p:nvPr/>
        </p:nvGrpSpPr>
        <p:grpSpPr>
          <a:xfrm>
            <a:off x="6924675" y="5458420"/>
            <a:ext cx="2886075" cy="1122581"/>
            <a:chOff x="6924675" y="5458420"/>
            <a:chExt cx="2886075" cy="1122581"/>
          </a:xfrm>
        </p:grpSpPr>
        <p:sp>
          <p:nvSpPr>
            <p:cNvPr id="97" name="TextBox 96">
              <a:extLst>
                <a:ext uri="{FF2B5EF4-FFF2-40B4-BE49-F238E27FC236}">
                  <a16:creationId xmlns:a16="http://schemas.microsoft.com/office/drawing/2014/main" id="{12872131-A247-4A72-407F-134DBF0A6F07}"/>
                </a:ext>
              </a:extLst>
            </p:cNvPr>
            <p:cNvSpPr txBox="1"/>
            <p:nvPr/>
          </p:nvSpPr>
          <p:spPr>
            <a:xfrm>
              <a:off x="7410450" y="5934670"/>
              <a:ext cx="2400300" cy="646331"/>
            </a:xfrm>
            <a:prstGeom prst="rect">
              <a:avLst/>
            </a:prstGeom>
            <a:noFill/>
          </p:spPr>
          <p:txBody>
            <a:bodyPr wrap="square" rtlCol="0">
              <a:spAutoFit/>
            </a:bodyPr>
            <a:lstStyle/>
            <a:p>
              <a:r>
                <a:rPr lang="en-GB" dirty="0"/>
                <a:t>Object whose key matches </a:t>
              </a:r>
              <a:r>
                <a:rPr lang="en-GB" i="1" dirty="0">
                  <a:latin typeface="Cambria Math" panose="02040503050406030204" pitchFamily="18" charset="0"/>
                  <a:ea typeface="Cambria Math" panose="02040503050406030204" pitchFamily="18" charset="0"/>
                </a:rPr>
                <a:t>Object Key</a:t>
              </a:r>
            </a:p>
          </p:txBody>
        </p:sp>
        <p:cxnSp>
          <p:nvCxnSpPr>
            <p:cNvPr id="99" name="Straight Arrow Connector 98">
              <a:extLst>
                <a:ext uri="{FF2B5EF4-FFF2-40B4-BE49-F238E27FC236}">
                  <a16:creationId xmlns:a16="http://schemas.microsoft.com/office/drawing/2014/main" id="{6F9B6910-26F8-DE2C-70EC-EF6A58BBD664}"/>
                </a:ext>
              </a:extLst>
            </p:cNvPr>
            <p:cNvCxnSpPr>
              <a:cxnSpLocks/>
              <a:stCxn id="97" idx="1"/>
            </p:cNvCxnSpPr>
            <p:nvPr/>
          </p:nvCxnSpPr>
          <p:spPr>
            <a:xfrm flipH="1" flipV="1">
              <a:off x="6924675" y="5458420"/>
              <a:ext cx="485775" cy="7994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9" name="Rectangle 8">
            <a:extLst>
              <a:ext uri="{FF2B5EF4-FFF2-40B4-BE49-F238E27FC236}">
                <a16:creationId xmlns:a16="http://schemas.microsoft.com/office/drawing/2014/main" id="{86D3C8CF-6A2A-AFE2-2E20-906CCC9566BF}"/>
              </a:ext>
            </a:extLst>
          </p:cNvPr>
          <p:cNvSpPr/>
          <p:nvPr/>
        </p:nvSpPr>
        <p:spPr>
          <a:xfrm>
            <a:off x="125730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96962FD-14EE-4192-236C-8DAF77B068B5}"/>
              </a:ext>
            </a:extLst>
          </p:cNvPr>
          <p:cNvSpPr/>
          <p:nvPr/>
        </p:nvSpPr>
        <p:spPr>
          <a:xfrm>
            <a:off x="155411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C45C63B-451A-4A91-647F-E8EA462CA68E}"/>
              </a:ext>
            </a:extLst>
          </p:cNvPr>
          <p:cNvSpPr/>
          <p:nvPr/>
        </p:nvSpPr>
        <p:spPr>
          <a:xfrm>
            <a:off x="185092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A127B1F1-19AC-AB5E-737C-1C325932CA53}"/>
              </a:ext>
            </a:extLst>
          </p:cNvPr>
          <p:cNvSpPr/>
          <p:nvPr/>
        </p:nvSpPr>
        <p:spPr>
          <a:xfrm>
            <a:off x="214773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776601AE-A131-10E4-753D-39ABB898D543}"/>
              </a:ext>
            </a:extLst>
          </p:cNvPr>
          <p:cNvSpPr/>
          <p:nvPr/>
        </p:nvSpPr>
        <p:spPr>
          <a:xfrm>
            <a:off x="244454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B21BBB5-6178-4310-ACB7-DB2BDAF018E5}"/>
              </a:ext>
            </a:extLst>
          </p:cNvPr>
          <p:cNvSpPr/>
          <p:nvPr/>
        </p:nvSpPr>
        <p:spPr>
          <a:xfrm>
            <a:off x="274135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4B4AE61-5E90-17EB-23FC-3B258687DEC6}"/>
              </a:ext>
            </a:extLst>
          </p:cNvPr>
          <p:cNvSpPr/>
          <p:nvPr/>
        </p:nvSpPr>
        <p:spPr>
          <a:xfrm>
            <a:off x="303816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5E93153-D745-9989-ED5C-43D8C0236310}"/>
              </a:ext>
            </a:extLst>
          </p:cNvPr>
          <p:cNvSpPr/>
          <p:nvPr/>
        </p:nvSpPr>
        <p:spPr>
          <a:xfrm>
            <a:off x="333497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DC749AC-A8D7-FCF5-E4FF-2F0D0B633649}"/>
              </a:ext>
            </a:extLst>
          </p:cNvPr>
          <p:cNvSpPr/>
          <p:nvPr/>
        </p:nvSpPr>
        <p:spPr>
          <a:xfrm>
            <a:off x="363178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4C2004B3-9276-4EF9-3114-FBC945A4F46F}"/>
              </a:ext>
            </a:extLst>
          </p:cNvPr>
          <p:cNvSpPr/>
          <p:nvPr/>
        </p:nvSpPr>
        <p:spPr>
          <a:xfrm>
            <a:off x="392860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BA781C29-906B-9A62-D755-C8FD8B784F3C}"/>
              </a:ext>
            </a:extLst>
          </p:cNvPr>
          <p:cNvSpPr/>
          <p:nvPr/>
        </p:nvSpPr>
        <p:spPr>
          <a:xfrm>
            <a:off x="422541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C367057E-8151-9FC4-E30B-EF58E12E745A}"/>
              </a:ext>
            </a:extLst>
          </p:cNvPr>
          <p:cNvSpPr/>
          <p:nvPr/>
        </p:nvSpPr>
        <p:spPr>
          <a:xfrm>
            <a:off x="452222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7CDC107-FB3A-8DBF-F054-2C436B2FF4C2}"/>
              </a:ext>
            </a:extLst>
          </p:cNvPr>
          <p:cNvSpPr/>
          <p:nvPr/>
        </p:nvSpPr>
        <p:spPr>
          <a:xfrm>
            <a:off x="481903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88D475A9-0241-9390-6427-6E84E402D82B}"/>
              </a:ext>
            </a:extLst>
          </p:cNvPr>
          <p:cNvSpPr/>
          <p:nvPr/>
        </p:nvSpPr>
        <p:spPr>
          <a:xfrm>
            <a:off x="511584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E2AA5D72-7EFF-508C-F531-D18EC56A7310}"/>
              </a:ext>
            </a:extLst>
          </p:cNvPr>
          <p:cNvSpPr/>
          <p:nvPr/>
        </p:nvSpPr>
        <p:spPr>
          <a:xfrm>
            <a:off x="541265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F0E9B37D-6225-7442-CF09-FE0D6FFEE1CD}"/>
              </a:ext>
            </a:extLst>
          </p:cNvPr>
          <p:cNvSpPr/>
          <p:nvPr/>
        </p:nvSpPr>
        <p:spPr>
          <a:xfrm>
            <a:off x="570946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4BA35EBC-7787-A8C6-11F9-979F8B7F54D7}"/>
              </a:ext>
            </a:extLst>
          </p:cNvPr>
          <p:cNvSpPr/>
          <p:nvPr/>
        </p:nvSpPr>
        <p:spPr>
          <a:xfrm>
            <a:off x="600627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ACCD9F8B-20D0-6D94-C100-7A34374E155E}"/>
              </a:ext>
            </a:extLst>
          </p:cNvPr>
          <p:cNvSpPr/>
          <p:nvPr/>
        </p:nvSpPr>
        <p:spPr>
          <a:xfrm>
            <a:off x="630308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4AD27D77-C985-D0F0-A328-4AFF28C58103}"/>
              </a:ext>
            </a:extLst>
          </p:cNvPr>
          <p:cNvSpPr/>
          <p:nvPr/>
        </p:nvSpPr>
        <p:spPr>
          <a:xfrm>
            <a:off x="659989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3174B3EB-C20C-8249-6371-EF12FD2420AB}"/>
              </a:ext>
            </a:extLst>
          </p:cNvPr>
          <p:cNvSpPr/>
          <p:nvPr/>
        </p:nvSpPr>
        <p:spPr>
          <a:xfrm>
            <a:off x="689671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5973EAA4-9531-ABB9-5AD1-645C7BE0DCA4}"/>
              </a:ext>
            </a:extLst>
          </p:cNvPr>
          <p:cNvSpPr/>
          <p:nvPr/>
        </p:nvSpPr>
        <p:spPr>
          <a:xfrm>
            <a:off x="719352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968E6AA7-28D7-3E97-EF7E-E8E9B8628E34}"/>
              </a:ext>
            </a:extLst>
          </p:cNvPr>
          <p:cNvSpPr/>
          <p:nvPr/>
        </p:nvSpPr>
        <p:spPr>
          <a:xfrm>
            <a:off x="749033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DB39B6BD-559D-6133-F29B-239CA568C3D5}"/>
              </a:ext>
            </a:extLst>
          </p:cNvPr>
          <p:cNvSpPr/>
          <p:nvPr/>
        </p:nvSpPr>
        <p:spPr>
          <a:xfrm>
            <a:off x="778714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70AA8750-D086-D891-BAB8-28E657CFFC4F}"/>
              </a:ext>
            </a:extLst>
          </p:cNvPr>
          <p:cNvSpPr/>
          <p:nvPr/>
        </p:nvSpPr>
        <p:spPr>
          <a:xfrm>
            <a:off x="808395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0B3348D1-7B88-5FC5-25A2-6669FB78886A}"/>
              </a:ext>
            </a:extLst>
          </p:cNvPr>
          <p:cNvSpPr/>
          <p:nvPr/>
        </p:nvSpPr>
        <p:spPr>
          <a:xfrm>
            <a:off x="838076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4406F780-256E-64AA-8FBE-7470A9F6F239}"/>
              </a:ext>
            </a:extLst>
          </p:cNvPr>
          <p:cNvSpPr/>
          <p:nvPr/>
        </p:nvSpPr>
        <p:spPr>
          <a:xfrm>
            <a:off x="867757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64751428-27BF-CFAF-FE4B-C3A1DC8BFA93}"/>
              </a:ext>
            </a:extLst>
          </p:cNvPr>
          <p:cNvSpPr/>
          <p:nvPr/>
        </p:nvSpPr>
        <p:spPr>
          <a:xfrm>
            <a:off x="897438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D54B8EAB-5A65-138D-3447-BFCE2802EF5D}"/>
              </a:ext>
            </a:extLst>
          </p:cNvPr>
          <p:cNvSpPr/>
          <p:nvPr/>
        </p:nvSpPr>
        <p:spPr>
          <a:xfrm>
            <a:off x="927119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41E20C3F-DCE5-92F9-2E28-556F2CD356B3}"/>
              </a:ext>
            </a:extLst>
          </p:cNvPr>
          <p:cNvSpPr/>
          <p:nvPr/>
        </p:nvSpPr>
        <p:spPr>
          <a:xfrm>
            <a:off x="956800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a:extLst>
              <a:ext uri="{FF2B5EF4-FFF2-40B4-BE49-F238E27FC236}">
                <a16:creationId xmlns:a16="http://schemas.microsoft.com/office/drawing/2014/main" id="{65A86616-57D9-61A5-B2B9-40871C61E715}"/>
              </a:ext>
            </a:extLst>
          </p:cNvPr>
          <p:cNvSpPr/>
          <p:nvPr/>
        </p:nvSpPr>
        <p:spPr>
          <a:xfrm>
            <a:off x="986482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38">
            <a:extLst>
              <a:ext uri="{FF2B5EF4-FFF2-40B4-BE49-F238E27FC236}">
                <a16:creationId xmlns:a16="http://schemas.microsoft.com/office/drawing/2014/main" id="{C770B15F-F03F-33B5-BE6F-4ABA8E918F60}"/>
              </a:ext>
            </a:extLst>
          </p:cNvPr>
          <p:cNvSpPr/>
          <p:nvPr/>
        </p:nvSpPr>
        <p:spPr>
          <a:xfrm>
            <a:off x="1016163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09D67D25-7617-A31E-FAEA-89DAD5D51EC2}"/>
              </a:ext>
            </a:extLst>
          </p:cNvPr>
          <p:cNvSpPr/>
          <p:nvPr/>
        </p:nvSpPr>
        <p:spPr>
          <a:xfrm>
            <a:off x="1045845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TextBox 45">
            <a:extLst>
              <a:ext uri="{FF2B5EF4-FFF2-40B4-BE49-F238E27FC236}">
                <a16:creationId xmlns:a16="http://schemas.microsoft.com/office/drawing/2014/main" id="{1805C13E-2924-82F6-A307-331C0C8161D1}"/>
              </a:ext>
            </a:extLst>
          </p:cNvPr>
          <p:cNvSpPr txBox="1"/>
          <p:nvPr/>
        </p:nvSpPr>
        <p:spPr>
          <a:xfrm>
            <a:off x="9010650" y="3333750"/>
            <a:ext cx="2647950" cy="369332"/>
          </a:xfrm>
          <a:prstGeom prst="rect">
            <a:avLst/>
          </a:prstGeom>
          <a:noFill/>
        </p:spPr>
        <p:txBody>
          <a:bodyPr wrap="square" rtlCol="0">
            <a:spAutoFit/>
          </a:bodyPr>
          <a:lstStyle/>
          <a:p>
            <a:r>
              <a:rPr lang="en-GB" dirty="0"/>
              <a:t>Array of Buckets</a:t>
            </a:r>
          </a:p>
        </p:txBody>
      </p:sp>
      <p:sp>
        <p:nvSpPr>
          <p:cNvPr id="47" name="TextBox 46">
            <a:extLst>
              <a:ext uri="{FF2B5EF4-FFF2-40B4-BE49-F238E27FC236}">
                <a16:creationId xmlns:a16="http://schemas.microsoft.com/office/drawing/2014/main" id="{C9629F15-7DD2-82DE-3D68-E11575BAE816}"/>
              </a:ext>
            </a:extLst>
          </p:cNvPr>
          <p:cNvSpPr txBox="1"/>
          <p:nvPr/>
        </p:nvSpPr>
        <p:spPr>
          <a:xfrm>
            <a:off x="1257300" y="3914775"/>
            <a:ext cx="619125" cy="369332"/>
          </a:xfrm>
          <a:prstGeom prst="rect">
            <a:avLst/>
          </a:prstGeom>
          <a:noFill/>
        </p:spPr>
        <p:txBody>
          <a:bodyPr wrap="square" rtlCol="0">
            <a:spAutoFit/>
          </a:bodyPr>
          <a:lstStyle/>
          <a:p>
            <a:r>
              <a:rPr lang="en-GB" dirty="0"/>
              <a:t>0</a:t>
            </a:r>
          </a:p>
        </p:txBody>
      </p:sp>
      <p:sp>
        <p:nvSpPr>
          <p:cNvPr id="48" name="TextBox 47">
            <a:extLst>
              <a:ext uri="{FF2B5EF4-FFF2-40B4-BE49-F238E27FC236}">
                <a16:creationId xmlns:a16="http://schemas.microsoft.com/office/drawing/2014/main" id="{19C0710F-BAE8-370F-D550-ECE21C49C890}"/>
              </a:ext>
            </a:extLst>
          </p:cNvPr>
          <p:cNvSpPr txBox="1"/>
          <p:nvPr/>
        </p:nvSpPr>
        <p:spPr>
          <a:xfrm>
            <a:off x="10363200" y="3886200"/>
            <a:ext cx="561975" cy="369332"/>
          </a:xfrm>
          <a:prstGeom prst="rect">
            <a:avLst/>
          </a:prstGeom>
          <a:noFill/>
        </p:spPr>
        <p:txBody>
          <a:bodyPr wrap="square" rtlCol="0">
            <a:spAutoFit/>
          </a:bodyPr>
          <a:lstStyle/>
          <a:p>
            <a:r>
              <a:rPr lang="en-GB" dirty="0"/>
              <a:t>S-1</a:t>
            </a:r>
          </a:p>
        </p:txBody>
      </p:sp>
      <p:grpSp>
        <p:nvGrpSpPr>
          <p:cNvPr id="51" name="Group 50">
            <a:extLst>
              <a:ext uri="{FF2B5EF4-FFF2-40B4-BE49-F238E27FC236}">
                <a16:creationId xmlns:a16="http://schemas.microsoft.com/office/drawing/2014/main" id="{A7088649-BBD0-3883-C4FD-2DAC4CD15E7E}"/>
              </a:ext>
            </a:extLst>
          </p:cNvPr>
          <p:cNvGrpSpPr/>
          <p:nvPr/>
        </p:nvGrpSpPr>
        <p:grpSpPr>
          <a:xfrm>
            <a:off x="3019425" y="4581525"/>
            <a:ext cx="5686425" cy="1390650"/>
            <a:chOff x="3019425" y="4581525"/>
            <a:chExt cx="5686425" cy="1390650"/>
          </a:xfrm>
        </p:grpSpPr>
        <p:grpSp>
          <p:nvGrpSpPr>
            <p:cNvPr id="5" name="Group 4">
              <a:extLst>
                <a:ext uri="{FF2B5EF4-FFF2-40B4-BE49-F238E27FC236}">
                  <a16:creationId xmlns:a16="http://schemas.microsoft.com/office/drawing/2014/main" id="{E89C5241-2EF2-2EEA-62C0-6C20E14B64B8}"/>
                </a:ext>
              </a:extLst>
            </p:cNvPr>
            <p:cNvGrpSpPr/>
            <p:nvPr/>
          </p:nvGrpSpPr>
          <p:grpSpPr>
            <a:xfrm>
              <a:off x="3019425" y="4581525"/>
              <a:ext cx="5686425" cy="1390650"/>
              <a:chOff x="3019425" y="4581525"/>
              <a:chExt cx="5686425" cy="1390650"/>
            </a:xfrm>
          </p:grpSpPr>
          <p:sp>
            <p:nvSpPr>
              <p:cNvPr id="50" name="Oval 49">
                <a:extLst>
                  <a:ext uri="{FF2B5EF4-FFF2-40B4-BE49-F238E27FC236}">
                    <a16:creationId xmlns:a16="http://schemas.microsoft.com/office/drawing/2014/main" id="{40776F61-DB46-7716-6BCC-44F697CAAE5F}"/>
                  </a:ext>
                </a:extLst>
              </p:cNvPr>
              <p:cNvSpPr/>
              <p:nvPr/>
            </p:nvSpPr>
            <p:spPr>
              <a:xfrm>
                <a:off x="6648450" y="481965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val 52">
                <a:extLst>
                  <a:ext uri="{FF2B5EF4-FFF2-40B4-BE49-F238E27FC236}">
                    <a16:creationId xmlns:a16="http://schemas.microsoft.com/office/drawing/2014/main" id="{517B6925-C6B5-B356-B82A-EABE82FEB4D5}"/>
                  </a:ext>
                </a:extLst>
              </p:cNvPr>
              <p:cNvSpPr/>
              <p:nvPr/>
            </p:nvSpPr>
            <p:spPr>
              <a:xfrm>
                <a:off x="6686550" y="5295900"/>
                <a:ext cx="209550" cy="209550"/>
              </a:xfrm>
              <a:prstGeom prst="ellipse">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4" name="Straight Connector 53">
                <a:extLst>
                  <a:ext uri="{FF2B5EF4-FFF2-40B4-BE49-F238E27FC236}">
                    <a16:creationId xmlns:a16="http://schemas.microsoft.com/office/drawing/2014/main" id="{A24ABCCB-18F9-AEC1-FC51-595915943D30}"/>
                  </a:ext>
                </a:extLst>
              </p:cNvPr>
              <p:cNvCxnSpPr>
                <a:cxnSpLocks/>
                <a:stCxn id="50" idx="4"/>
                <a:endCxn id="53" idx="0"/>
              </p:cNvCxnSpPr>
              <p:nvPr/>
            </p:nvCxnSpPr>
            <p:spPr>
              <a:xfrm>
                <a:off x="6753225" y="5029200"/>
                <a:ext cx="38100" cy="266700"/>
              </a:xfrm>
              <a:prstGeom prst="line">
                <a:avLst/>
              </a:prstGeom>
            </p:spPr>
            <p:style>
              <a:lnRef idx="2">
                <a:schemeClr val="accent1"/>
              </a:lnRef>
              <a:fillRef idx="0">
                <a:schemeClr val="accent1"/>
              </a:fillRef>
              <a:effectRef idx="1">
                <a:schemeClr val="accent1"/>
              </a:effectRef>
              <a:fontRef idx="minor">
                <a:schemeClr val="tx1"/>
              </a:fontRef>
            </p:style>
          </p:cxnSp>
          <p:sp>
            <p:nvSpPr>
              <p:cNvPr id="55" name="Oval 54">
                <a:extLst>
                  <a:ext uri="{FF2B5EF4-FFF2-40B4-BE49-F238E27FC236}">
                    <a16:creationId xmlns:a16="http://schemas.microsoft.com/office/drawing/2014/main" id="{BA950833-0CB0-D0E3-199A-D02EFCE6AC89}"/>
                  </a:ext>
                </a:extLst>
              </p:cNvPr>
              <p:cNvSpPr/>
              <p:nvPr/>
            </p:nvSpPr>
            <p:spPr>
              <a:xfrm>
                <a:off x="6457950" y="57626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6" name="Straight Connector 55">
                <a:extLst>
                  <a:ext uri="{FF2B5EF4-FFF2-40B4-BE49-F238E27FC236}">
                    <a16:creationId xmlns:a16="http://schemas.microsoft.com/office/drawing/2014/main" id="{959C3091-8748-0DE8-0736-0B2F94E87EBF}"/>
                  </a:ext>
                </a:extLst>
              </p:cNvPr>
              <p:cNvCxnSpPr>
                <a:cxnSpLocks/>
                <a:stCxn id="53" idx="4"/>
                <a:endCxn id="55" idx="0"/>
              </p:cNvCxnSpPr>
              <p:nvPr/>
            </p:nvCxnSpPr>
            <p:spPr>
              <a:xfrm flipH="1">
                <a:off x="6562725" y="5505450"/>
                <a:ext cx="228600" cy="257175"/>
              </a:xfrm>
              <a:prstGeom prst="line">
                <a:avLst/>
              </a:prstGeom>
            </p:spPr>
            <p:style>
              <a:lnRef idx="2">
                <a:schemeClr val="accent1"/>
              </a:lnRef>
              <a:fillRef idx="0">
                <a:schemeClr val="accent1"/>
              </a:fillRef>
              <a:effectRef idx="1">
                <a:schemeClr val="accent1"/>
              </a:effectRef>
              <a:fontRef idx="minor">
                <a:schemeClr val="tx1"/>
              </a:fontRef>
            </p:style>
          </p:cxnSp>
          <p:sp>
            <p:nvSpPr>
              <p:cNvPr id="63" name="Oval 62">
                <a:extLst>
                  <a:ext uri="{FF2B5EF4-FFF2-40B4-BE49-F238E27FC236}">
                    <a16:creationId xmlns:a16="http://schemas.microsoft.com/office/drawing/2014/main" id="{6B9EBC0B-9CAB-E33A-7862-C7D9583C7ECE}"/>
                  </a:ext>
                </a:extLst>
              </p:cNvPr>
              <p:cNvSpPr/>
              <p:nvPr/>
            </p:nvSpPr>
            <p:spPr>
              <a:xfrm>
                <a:off x="3543300" y="485775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FE1983E9-6A50-D002-581A-E06773878344}"/>
                  </a:ext>
                </a:extLst>
              </p:cNvPr>
              <p:cNvSpPr/>
              <p:nvPr/>
            </p:nvSpPr>
            <p:spPr>
              <a:xfrm>
                <a:off x="3038475" y="49530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5" name="Straight Connector 64">
                <a:extLst>
                  <a:ext uri="{FF2B5EF4-FFF2-40B4-BE49-F238E27FC236}">
                    <a16:creationId xmlns:a16="http://schemas.microsoft.com/office/drawing/2014/main" id="{0E80DA6A-0B78-C5D3-BDC0-B5020ECDEFB2}"/>
                  </a:ext>
                </a:extLst>
              </p:cNvPr>
              <p:cNvCxnSpPr>
                <a:cxnSpLocks/>
                <a:stCxn id="15" idx="2"/>
                <a:endCxn id="64" idx="0"/>
              </p:cNvCxnSpPr>
              <p:nvPr/>
            </p:nvCxnSpPr>
            <p:spPr>
              <a:xfrm flipH="1">
                <a:off x="3143250" y="4581525"/>
                <a:ext cx="28267" cy="371475"/>
              </a:xfrm>
              <a:prstGeom prst="line">
                <a:avLst/>
              </a:prstGeom>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05AF8A0E-796C-697F-CDCA-7BC6A770B367}"/>
                  </a:ext>
                </a:extLst>
              </p:cNvPr>
              <p:cNvSpPr/>
              <p:nvPr/>
            </p:nvSpPr>
            <p:spPr>
              <a:xfrm>
                <a:off x="3019425" y="543877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5BE480AA-36B6-2A0D-7641-3150B03DE9BE}"/>
                  </a:ext>
                </a:extLst>
              </p:cNvPr>
              <p:cNvCxnSpPr>
                <a:cxnSpLocks/>
                <a:stCxn id="64" idx="4"/>
                <a:endCxn id="66" idx="0"/>
              </p:cNvCxnSpPr>
              <p:nvPr/>
            </p:nvCxnSpPr>
            <p:spPr>
              <a:xfrm flipH="1">
                <a:off x="3124200" y="5162550"/>
                <a:ext cx="19050" cy="276225"/>
              </a:xfrm>
              <a:prstGeom prst="line">
                <a:avLst/>
              </a:prstGeom>
            </p:spPr>
            <p:style>
              <a:lnRef idx="2">
                <a:schemeClr val="accent1"/>
              </a:lnRef>
              <a:fillRef idx="0">
                <a:schemeClr val="accent1"/>
              </a:fillRef>
              <a:effectRef idx="1">
                <a:schemeClr val="accent1"/>
              </a:effectRef>
              <a:fontRef idx="minor">
                <a:schemeClr val="tx1"/>
              </a:fontRef>
            </p:style>
          </p:cxnSp>
          <p:sp>
            <p:nvSpPr>
              <p:cNvPr id="68" name="Oval 67">
                <a:extLst>
                  <a:ext uri="{FF2B5EF4-FFF2-40B4-BE49-F238E27FC236}">
                    <a16:creationId xmlns:a16="http://schemas.microsoft.com/office/drawing/2014/main" id="{A1B742D0-DD6C-1870-8E7B-B4F18B4957B8}"/>
                  </a:ext>
                </a:extLst>
              </p:cNvPr>
              <p:cNvSpPr/>
              <p:nvPr/>
            </p:nvSpPr>
            <p:spPr>
              <a:xfrm>
                <a:off x="4381500" y="48387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Oval 68">
                <a:extLst>
                  <a:ext uri="{FF2B5EF4-FFF2-40B4-BE49-F238E27FC236}">
                    <a16:creationId xmlns:a16="http://schemas.microsoft.com/office/drawing/2014/main" id="{D3B7C7C2-A7E2-A13C-D95C-FA9EA46FBEF1}"/>
                  </a:ext>
                </a:extLst>
              </p:cNvPr>
              <p:cNvSpPr/>
              <p:nvPr/>
            </p:nvSpPr>
            <p:spPr>
              <a:xfrm>
                <a:off x="5105400" y="49530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0" name="Straight Connector 69">
                <a:extLst>
                  <a:ext uri="{FF2B5EF4-FFF2-40B4-BE49-F238E27FC236}">
                    <a16:creationId xmlns:a16="http://schemas.microsoft.com/office/drawing/2014/main" id="{BAC50EC7-1599-89F3-79B8-D8C4EC731BD2}"/>
                  </a:ext>
                </a:extLst>
              </p:cNvPr>
              <p:cNvCxnSpPr>
                <a:cxnSpLocks/>
                <a:stCxn id="22" idx="2"/>
                <a:endCxn id="69" idx="0"/>
              </p:cNvCxnSpPr>
              <p:nvPr/>
            </p:nvCxnSpPr>
            <p:spPr>
              <a:xfrm flipH="1">
                <a:off x="5210175" y="4581525"/>
                <a:ext cx="39019" cy="371475"/>
              </a:xfrm>
              <a:prstGeom prst="line">
                <a:avLst/>
              </a:prstGeom>
            </p:spPr>
            <p:style>
              <a:lnRef idx="2">
                <a:schemeClr val="accent1"/>
              </a:lnRef>
              <a:fillRef idx="0">
                <a:schemeClr val="accent1"/>
              </a:fillRef>
              <a:effectRef idx="1">
                <a:schemeClr val="accent1"/>
              </a:effectRef>
              <a:fontRef idx="minor">
                <a:schemeClr val="tx1"/>
              </a:fontRef>
            </p:style>
          </p:cxnSp>
          <p:sp>
            <p:nvSpPr>
              <p:cNvPr id="71" name="Oval 70">
                <a:extLst>
                  <a:ext uri="{FF2B5EF4-FFF2-40B4-BE49-F238E27FC236}">
                    <a16:creationId xmlns:a16="http://schemas.microsoft.com/office/drawing/2014/main" id="{5130FD87-56E8-E180-F9B9-9F0638BCC81C}"/>
                  </a:ext>
                </a:extLst>
              </p:cNvPr>
              <p:cNvSpPr/>
              <p:nvPr/>
            </p:nvSpPr>
            <p:spPr>
              <a:xfrm>
                <a:off x="5105400" y="53816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2" name="Straight Connector 71">
                <a:extLst>
                  <a:ext uri="{FF2B5EF4-FFF2-40B4-BE49-F238E27FC236}">
                    <a16:creationId xmlns:a16="http://schemas.microsoft.com/office/drawing/2014/main" id="{CB0B763D-C5DE-4B75-9857-CA2BC809EBD0}"/>
                  </a:ext>
                </a:extLst>
              </p:cNvPr>
              <p:cNvCxnSpPr>
                <a:cxnSpLocks/>
                <a:stCxn id="69" idx="4"/>
                <a:endCxn id="71" idx="0"/>
              </p:cNvCxnSpPr>
              <p:nvPr/>
            </p:nvCxnSpPr>
            <p:spPr>
              <a:xfrm>
                <a:off x="5210175" y="5162550"/>
                <a:ext cx="0" cy="219075"/>
              </a:xfrm>
              <a:prstGeom prst="line">
                <a:avLst/>
              </a:prstGeom>
            </p:spPr>
            <p:style>
              <a:lnRef idx="2">
                <a:schemeClr val="accent1"/>
              </a:lnRef>
              <a:fillRef idx="0">
                <a:schemeClr val="accent1"/>
              </a:fillRef>
              <a:effectRef idx="1">
                <a:schemeClr val="accent1"/>
              </a:effectRef>
              <a:fontRef idx="minor">
                <a:schemeClr val="tx1"/>
              </a:fontRef>
            </p:style>
          </p:cxnSp>
          <p:sp>
            <p:nvSpPr>
              <p:cNvPr id="73" name="Oval 72">
                <a:extLst>
                  <a:ext uri="{FF2B5EF4-FFF2-40B4-BE49-F238E27FC236}">
                    <a16:creationId xmlns:a16="http://schemas.microsoft.com/office/drawing/2014/main" id="{26879447-376F-F425-4320-89E577FCFC86}"/>
                  </a:ext>
                </a:extLst>
              </p:cNvPr>
              <p:cNvSpPr/>
              <p:nvPr/>
            </p:nvSpPr>
            <p:spPr>
              <a:xfrm>
                <a:off x="8496300" y="486727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ECE5D743-EBDC-F14E-3FD9-32F1C6AD7F76}"/>
                  </a:ext>
                </a:extLst>
              </p:cNvPr>
              <p:cNvSpPr/>
              <p:nvPr/>
            </p:nvSpPr>
            <p:spPr>
              <a:xfrm>
                <a:off x="7800975" y="48387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3CF6C815-1890-ADB3-CF92-0D1E301B2091}"/>
                  </a:ext>
                </a:extLst>
              </p:cNvPr>
              <p:cNvSpPr/>
              <p:nvPr/>
            </p:nvSpPr>
            <p:spPr>
              <a:xfrm>
                <a:off x="7839075" y="52292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7" name="Straight Connector 76">
                <a:extLst>
                  <a:ext uri="{FF2B5EF4-FFF2-40B4-BE49-F238E27FC236}">
                    <a16:creationId xmlns:a16="http://schemas.microsoft.com/office/drawing/2014/main" id="{CAFC73B2-ECC5-7D38-DBE8-7CD7C88D436D}"/>
                  </a:ext>
                </a:extLst>
              </p:cNvPr>
              <p:cNvCxnSpPr>
                <a:cxnSpLocks/>
                <a:stCxn id="74" idx="4"/>
                <a:endCxn id="76" idx="0"/>
              </p:cNvCxnSpPr>
              <p:nvPr/>
            </p:nvCxnSpPr>
            <p:spPr>
              <a:xfrm>
                <a:off x="7905750" y="5048250"/>
                <a:ext cx="38100" cy="180975"/>
              </a:xfrm>
              <a:prstGeom prst="line">
                <a:avLst/>
              </a:prstGeom>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A5A15D43-0DDD-32A6-DA99-8AB9FB373329}"/>
                  </a:ext>
                </a:extLst>
              </p:cNvPr>
              <p:cNvCxnSpPr>
                <a:stCxn id="73" idx="0"/>
                <a:endCxn id="33" idx="2"/>
              </p:cNvCxnSpPr>
              <p:nvPr/>
            </p:nvCxnSpPr>
            <p:spPr>
              <a:xfrm flipH="1" flipV="1">
                <a:off x="8514115" y="4581525"/>
                <a:ext cx="86960" cy="285750"/>
              </a:xfrm>
              <a:prstGeom prst="line">
                <a:avLst/>
              </a:prstGeom>
            </p:spPr>
            <p:style>
              <a:lnRef idx="2">
                <a:schemeClr val="accent1"/>
              </a:lnRef>
              <a:fillRef idx="0">
                <a:schemeClr val="accent1"/>
              </a:fillRef>
              <a:effectRef idx="1">
                <a:schemeClr val="accent1"/>
              </a:effectRef>
              <a:fontRef idx="minor">
                <a:schemeClr val="tx1"/>
              </a:fontRef>
            </p:style>
          </p:cxnSp>
        </p:grpSp>
        <p:cxnSp>
          <p:nvCxnSpPr>
            <p:cNvPr id="52" name="Straight Connector 51">
              <a:extLst>
                <a:ext uri="{FF2B5EF4-FFF2-40B4-BE49-F238E27FC236}">
                  <a16:creationId xmlns:a16="http://schemas.microsoft.com/office/drawing/2014/main" id="{85129D91-5D57-29F5-50B3-D97CFFBF0288}"/>
                </a:ext>
              </a:extLst>
            </p:cNvPr>
            <p:cNvCxnSpPr>
              <a:stCxn id="27" idx="2"/>
              <a:endCxn id="50" idx="0"/>
            </p:cNvCxnSpPr>
            <p:nvPr/>
          </p:nvCxnSpPr>
          <p:spPr>
            <a:xfrm>
              <a:off x="6733249" y="4581525"/>
              <a:ext cx="19976" cy="238125"/>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80DEB115-090A-EEF4-212A-6888640B2360}"/>
                </a:ext>
              </a:extLst>
            </p:cNvPr>
            <p:cNvCxnSpPr>
              <a:cxnSpLocks/>
              <a:stCxn id="31" idx="2"/>
              <a:endCxn id="74" idx="0"/>
            </p:cNvCxnSpPr>
            <p:nvPr/>
          </p:nvCxnSpPr>
          <p:spPr>
            <a:xfrm flipH="1">
              <a:off x="7905750" y="4581525"/>
              <a:ext cx="14743" cy="257175"/>
            </a:xfrm>
            <a:prstGeom prst="line">
              <a:avLst/>
            </a:prstGeom>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0DFCA8EF-9240-D893-B2E7-0281C3C154EC}"/>
                </a:ext>
              </a:extLst>
            </p:cNvPr>
            <p:cNvCxnSpPr>
              <a:stCxn id="63" idx="0"/>
              <a:endCxn id="17" idx="2"/>
            </p:cNvCxnSpPr>
            <p:nvPr/>
          </p:nvCxnSpPr>
          <p:spPr>
            <a:xfrm flipV="1">
              <a:off x="3648075" y="4581525"/>
              <a:ext cx="117064" cy="276225"/>
            </a:xfrm>
            <a:prstGeom prst="line">
              <a:avLst/>
            </a:prstGeom>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4547F50C-4301-D286-FA29-3878001670F5}"/>
                </a:ext>
              </a:extLst>
            </p:cNvPr>
            <p:cNvCxnSpPr>
              <a:stCxn id="68" idx="0"/>
              <a:endCxn id="19" idx="2"/>
            </p:cNvCxnSpPr>
            <p:nvPr/>
          </p:nvCxnSpPr>
          <p:spPr>
            <a:xfrm flipH="1" flipV="1">
              <a:off x="4358761" y="4581525"/>
              <a:ext cx="127514" cy="257175"/>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BB84EC0A-F093-5321-888F-694A2018E624}"/>
              </a:ext>
            </a:extLst>
          </p:cNvPr>
          <p:cNvGrpSpPr/>
          <p:nvPr/>
        </p:nvGrpSpPr>
        <p:grpSpPr>
          <a:xfrm>
            <a:off x="152400" y="5048250"/>
            <a:ext cx="2790825" cy="1384995"/>
            <a:chOff x="152400" y="5048250"/>
            <a:chExt cx="2790825" cy="1384995"/>
          </a:xfrm>
        </p:grpSpPr>
        <p:sp>
          <p:nvSpPr>
            <p:cNvPr id="105" name="TextBox 104">
              <a:extLst>
                <a:ext uri="{FF2B5EF4-FFF2-40B4-BE49-F238E27FC236}">
                  <a16:creationId xmlns:a16="http://schemas.microsoft.com/office/drawing/2014/main" id="{D000048F-4DCE-26DA-A369-E9AD0D6F8883}"/>
                </a:ext>
              </a:extLst>
            </p:cNvPr>
            <p:cNvSpPr txBox="1"/>
            <p:nvPr/>
          </p:nvSpPr>
          <p:spPr>
            <a:xfrm>
              <a:off x="152400" y="5048250"/>
              <a:ext cx="2619375" cy="1384995"/>
            </a:xfrm>
            <a:prstGeom prst="rect">
              <a:avLst/>
            </a:prstGeom>
            <a:noFill/>
          </p:spPr>
          <p:txBody>
            <a:bodyPr wrap="square" rtlCol="0">
              <a:spAutoFit/>
            </a:bodyPr>
            <a:lstStyle/>
            <a:p>
              <a:r>
                <a:rPr lang="en-GB" sz="1400" dirty="0"/>
                <a:t>More than one key value can be mapped to the same </a:t>
              </a:r>
              <a:r>
                <a:rPr lang="en-GB" sz="1400" i="1" dirty="0">
                  <a:latin typeface="Cambria Math" panose="02040503050406030204" pitchFamily="18" charset="0"/>
                  <a:ea typeface="Cambria Math" panose="02040503050406030204" pitchFamily="18" charset="0"/>
                </a:rPr>
                <a:t>Bucket Number</a:t>
              </a:r>
              <a:r>
                <a:rPr lang="en-GB" sz="1400" dirty="0"/>
                <a:t>, so in each Bucket there may be more than one value, a list needs to be stored in the Bucket.</a:t>
              </a:r>
            </a:p>
          </p:txBody>
        </p:sp>
        <p:cxnSp>
          <p:nvCxnSpPr>
            <p:cNvPr id="107" name="Straight Arrow Connector 106">
              <a:extLst>
                <a:ext uri="{FF2B5EF4-FFF2-40B4-BE49-F238E27FC236}">
                  <a16:creationId xmlns:a16="http://schemas.microsoft.com/office/drawing/2014/main" id="{3E76E785-A243-C52C-3797-BC4D20B34A22}"/>
                </a:ext>
              </a:extLst>
            </p:cNvPr>
            <p:cNvCxnSpPr>
              <a:cxnSpLocks/>
            </p:cNvCxnSpPr>
            <p:nvPr/>
          </p:nvCxnSpPr>
          <p:spPr>
            <a:xfrm flipV="1">
              <a:off x="2752725" y="5295900"/>
              <a:ext cx="190500" cy="1619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9" name="TextBox 108">
            <a:extLst>
              <a:ext uri="{FF2B5EF4-FFF2-40B4-BE49-F238E27FC236}">
                <a16:creationId xmlns:a16="http://schemas.microsoft.com/office/drawing/2014/main" id="{76C441A4-590C-E3D5-F2BD-B8DADB952C59}"/>
              </a:ext>
            </a:extLst>
          </p:cNvPr>
          <p:cNvSpPr txBox="1"/>
          <p:nvPr/>
        </p:nvSpPr>
        <p:spPr>
          <a:xfrm>
            <a:off x="5428942" y="1469308"/>
            <a:ext cx="4210050" cy="1323439"/>
          </a:xfrm>
          <a:prstGeom prst="rect">
            <a:avLst/>
          </a:prstGeom>
          <a:noFill/>
        </p:spPr>
        <p:txBody>
          <a:bodyPr wrap="square" rtlCol="0">
            <a:spAutoFit/>
          </a:bodyPr>
          <a:lstStyle/>
          <a:p>
            <a:r>
              <a:rPr lang="en-GB" sz="1600" dirty="0"/>
              <a:t>The purpose of the Hash Function is to narrow down which Bucket the Object is stored in. So instead of trying to find the value from a set of N values, we are trying to find it from a set of N/S (which is close to 1) values on average.</a:t>
            </a:r>
          </a:p>
        </p:txBody>
      </p:sp>
      <p:grpSp>
        <p:nvGrpSpPr>
          <p:cNvPr id="41" name="Group 40">
            <a:extLst>
              <a:ext uri="{FF2B5EF4-FFF2-40B4-BE49-F238E27FC236}">
                <a16:creationId xmlns:a16="http://schemas.microsoft.com/office/drawing/2014/main" id="{42AA6754-0DEE-0EEE-E7E5-678FF723EA0E}"/>
              </a:ext>
            </a:extLst>
          </p:cNvPr>
          <p:cNvGrpSpPr/>
          <p:nvPr/>
        </p:nvGrpSpPr>
        <p:grpSpPr>
          <a:xfrm>
            <a:off x="236588" y="2124075"/>
            <a:ext cx="2647950" cy="1686104"/>
            <a:chOff x="236588" y="2124075"/>
            <a:chExt cx="2647950" cy="1686104"/>
          </a:xfrm>
        </p:grpSpPr>
        <p:sp>
          <p:nvSpPr>
            <p:cNvPr id="7" name="TextBox 6">
              <a:extLst>
                <a:ext uri="{FF2B5EF4-FFF2-40B4-BE49-F238E27FC236}">
                  <a16:creationId xmlns:a16="http://schemas.microsoft.com/office/drawing/2014/main" id="{C61B6FFA-0235-928B-7C06-32E7FEC441D8}"/>
                </a:ext>
              </a:extLst>
            </p:cNvPr>
            <p:cNvSpPr txBox="1"/>
            <p:nvPr/>
          </p:nvSpPr>
          <p:spPr>
            <a:xfrm>
              <a:off x="762000" y="2124075"/>
              <a:ext cx="1266825" cy="369332"/>
            </a:xfrm>
            <a:prstGeom prst="rect">
              <a:avLst/>
            </a:prstGeom>
            <a:noFill/>
          </p:spPr>
          <p:txBody>
            <a:bodyPr wrap="square" rtlCol="0">
              <a:spAutoFit/>
            </a:bodyPr>
            <a:lstStyle/>
            <a:p>
              <a:r>
                <a:rPr lang="en-GB" i="1" dirty="0">
                  <a:latin typeface="Cambria Math" panose="02040503050406030204" pitchFamily="18" charset="0"/>
                  <a:ea typeface="Cambria Math" panose="02040503050406030204" pitchFamily="18" charset="0"/>
                </a:rPr>
                <a:t>Object Key</a:t>
              </a:r>
            </a:p>
          </p:txBody>
        </p:sp>
        <p:cxnSp>
          <p:nvCxnSpPr>
            <p:cNvPr id="44" name="Straight Arrow Connector 43">
              <a:extLst>
                <a:ext uri="{FF2B5EF4-FFF2-40B4-BE49-F238E27FC236}">
                  <a16:creationId xmlns:a16="http://schemas.microsoft.com/office/drawing/2014/main" id="{6A3E55C8-E722-CA6E-8E1F-1EF505F69A51}"/>
                </a:ext>
              </a:extLst>
            </p:cNvPr>
            <p:cNvCxnSpPr>
              <a:endCxn id="6" idx="1"/>
            </p:cNvCxnSpPr>
            <p:nvPr/>
          </p:nvCxnSpPr>
          <p:spPr>
            <a:xfrm>
              <a:off x="781050" y="2495550"/>
              <a:ext cx="2095500" cy="285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53513ED1-1EF7-9A11-AE43-22AEB36D72F4}"/>
                </a:ext>
              </a:extLst>
            </p:cNvPr>
            <p:cNvSpPr txBox="1"/>
            <p:nvPr/>
          </p:nvSpPr>
          <p:spPr>
            <a:xfrm>
              <a:off x="236588" y="2609850"/>
              <a:ext cx="2647950" cy="1200329"/>
            </a:xfrm>
            <a:prstGeom prst="rect">
              <a:avLst/>
            </a:prstGeom>
            <a:noFill/>
          </p:spPr>
          <p:txBody>
            <a:bodyPr wrap="square" rtlCol="0">
              <a:spAutoFit/>
            </a:bodyPr>
            <a:lstStyle/>
            <a:p>
              <a:r>
                <a:rPr lang="en-GB" sz="1200" dirty="0"/>
                <a:t>If you think of the </a:t>
              </a:r>
              <a:r>
                <a:rPr lang="en-GB" sz="1200" i="1" dirty="0">
                  <a:latin typeface="Cambria Math" panose="02040503050406030204" pitchFamily="18" charset="0"/>
                  <a:ea typeface="Cambria Math" panose="02040503050406030204" pitchFamily="18" charset="0"/>
                </a:rPr>
                <a:t>object key </a:t>
              </a:r>
              <a:r>
                <a:rPr lang="en-GB" sz="1200" dirty="0"/>
                <a:t>as a sequence of 0’s and 1’s like any other value in a program, then it should be easy to imagine that you can convert anything into a hash value – even a JPG or MP3</a:t>
              </a:r>
            </a:p>
          </p:txBody>
        </p:sp>
      </p:grpSp>
      <p:sp>
        <p:nvSpPr>
          <p:cNvPr id="3" name="TextBox 2">
            <a:extLst>
              <a:ext uri="{FF2B5EF4-FFF2-40B4-BE49-F238E27FC236}">
                <a16:creationId xmlns:a16="http://schemas.microsoft.com/office/drawing/2014/main" id="{EFF1CE0A-0352-3380-14F5-63ED03A52B3D}"/>
              </a:ext>
            </a:extLst>
          </p:cNvPr>
          <p:cNvSpPr txBox="1"/>
          <p:nvPr/>
        </p:nvSpPr>
        <p:spPr>
          <a:xfrm>
            <a:off x="3495824" y="3044309"/>
            <a:ext cx="554911" cy="369332"/>
          </a:xfrm>
          <a:prstGeom prst="rect">
            <a:avLst/>
          </a:prstGeom>
          <a:noFill/>
        </p:spPr>
        <p:txBody>
          <a:bodyPr wrap="square" rtlCol="0">
            <a:spAutoFit/>
          </a:bodyPr>
          <a:lstStyle/>
          <a:p>
            <a:r>
              <a:rPr lang="en-GB" dirty="0"/>
              <a:t>%S</a:t>
            </a:r>
          </a:p>
        </p:txBody>
      </p:sp>
    </p:spTree>
    <p:extLst>
      <p:ext uri="{BB962C8B-B14F-4D97-AF65-F5344CB8AC3E}">
        <p14:creationId xmlns:p14="http://schemas.microsoft.com/office/powerpoint/2010/main" val="3332645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500"/>
                                        <p:tgtEl>
                                          <p:spTgt spid="43"/>
                                        </p:tgtEl>
                                      </p:cBhvr>
                                    </p:animEffect>
                                  </p:childTnLst>
                                </p:cTn>
                              </p:par>
                              <p:par>
                                <p:cTn id="12" presetID="1" presetClass="entr" presetSubtype="0" fill="hold" grpId="0" nodeType="withEffect">
                                  <p:stCondLst>
                                    <p:cond delay="0"/>
                                  </p:stCondLst>
                                  <p:childTnLst>
                                    <p:set>
                                      <p:cBhvr>
                                        <p:cTn id="13" dur="1" fill="hold">
                                          <p:stCondLst>
                                            <p:cond delay="0"/>
                                          </p:stCondLst>
                                        </p:cTn>
                                        <p:tgtEl>
                                          <p:spTgt spid="3"/>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9"/>
                                        </p:tgtEl>
                                        <p:attrNameLst>
                                          <p:attrName>style.visibility</p:attrName>
                                        </p:attrNameLst>
                                      </p:cBhvr>
                                      <p:to>
                                        <p:strVal val="visible"/>
                                      </p:to>
                                    </p:set>
                                    <p:animEffect transition="in" filter="fade">
                                      <p:cBhvr>
                                        <p:cTn id="18" dur="500"/>
                                        <p:tgtEl>
                                          <p:spTgt spid="10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animEffect transition="in" filter="fade">
                                      <p:cBhvr>
                                        <p:cTn id="23" dur="500"/>
                                        <p:tgtEl>
                                          <p:spTgt spid="51"/>
                                        </p:tgtEl>
                                      </p:cBhvr>
                                    </p:animEffect>
                                  </p:childTnLst>
                                </p:cTn>
                              </p:par>
                              <p:par>
                                <p:cTn id="24" presetID="10" presetClass="entr" presetSubtype="0" fill="hold" nodeType="withEffect">
                                  <p:stCondLst>
                                    <p:cond delay="0"/>
                                  </p:stCondLst>
                                  <p:childTnLst>
                                    <p:set>
                                      <p:cBhvr>
                                        <p:cTn id="25" dur="1" fill="hold">
                                          <p:stCondLst>
                                            <p:cond delay="0"/>
                                          </p:stCondLst>
                                        </p:cTn>
                                        <p:tgtEl>
                                          <p:spTgt spid="45"/>
                                        </p:tgtEl>
                                        <p:attrNameLst>
                                          <p:attrName>style.visibility</p:attrName>
                                        </p:attrNameLst>
                                      </p:cBhvr>
                                      <p:to>
                                        <p:strVal val="visible"/>
                                      </p:to>
                                    </p:set>
                                    <p:animEffect transition="in" filter="fade">
                                      <p:cBhvr>
                                        <p:cTn id="26" dur="500"/>
                                        <p:tgtEl>
                                          <p:spTgt spid="4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AD17D-04EB-A849-5DFA-6D13C278EC17}"/>
              </a:ext>
            </a:extLst>
          </p:cNvPr>
          <p:cNvSpPr>
            <a:spLocks noGrp="1"/>
          </p:cNvSpPr>
          <p:nvPr>
            <p:ph type="title"/>
          </p:nvPr>
        </p:nvSpPr>
        <p:spPr/>
        <p:txBody>
          <a:bodyPr/>
          <a:lstStyle/>
          <a:p>
            <a:r>
              <a:rPr lang="en-GB" dirty="0">
                <a:solidFill>
                  <a:schemeClr val="tx1">
                    <a:lumMod val="50000"/>
                    <a:lumOff val="50000"/>
                  </a:schemeClr>
                </a:solidFill>
              </a:rPr>
              <a:t>Hash Bucket - another analogy</a:t>
            </a:r>
          </a:p>
        </p:txBody>
      </p:sp>
      <p:pic>
        <p:nvPicPr>
          <p:cNvPr id="5" name="Picture 4">
            <a:extLst>
              <a:ext uri="{FF2B5EF4-FFF2-40B4-BE49-F238E27FC236}">
                <a16:creationId xmlns:a16="http://schemas.microsoft.com/office/drawing/2014/main" id="{50993DCB-84A9-9338-8E7E-59FCAB9988FB}"/>
              </a:ext>
            </a:extLst>
          </p:cNvPr>
          <p:cNvPicPr>
            <a:picLocks noChangeAspect="1"/>
          </p:cNvPicPr>
          <p:nvPr/>
        </p:nvPicPr>
        <p:blipFill>
          <a:blip r:embed="rId2"/>
          <a:stretch>
            <a:fillRect/>
          </a:stretch>
        </p:blipFill>
        <p:spPr>
          <a:xfrm>
            <a:off x="1690423" y="1380766"/>
            <a:ext cx="3781953" cy="5144218"/>
          </a:xfrm>
          <a:prstGeom prst="rect">
            <a:avLst/>
          </a:prstGeom>
          <a:ln>
            <a:solidFill>
              <a:schemeClr val="accent1"/>
            </a:solidFill>
          </a:ln>
        </p:spPr>
      </p:pic>
      <p:grpSp>
        <p:nvGrpSpPr>
          <p:cNvPr id="16" name="Group 15">
            <a:extLst>
              <a:ext uri="{FF2B5EF4-FFF2-40B4-BE49-F238E27FC236}">
                <a16:creationId xmlns:a16="http://schemas.microsoft.com/office/drawing/2014/main" id="{2A66F5D1-394C-F5D0-B2BB-A33AE2AC19E8}"/>
              </a:ext>
            </a:extLst>
          </p:cNvPr>
          <p:cNvGrpSpPr/>
          <p:nvPr/>
        </p:nvGrpSpPr>
        <p:grpSpPr>
          <a:xfrm>
            <a:off x="495300" y="3667125"/>
            <a:ext cx="4219785" cy="716145"/>
            <a:chOff x="495300" y="3667125"/>
            <a:chExt cx="4219785" cy="716145"/>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5E50901-E6E1-A2A6-8183-62546476149B}"/>
                    </a:ext>
                  </a:extLst>
                </p14:cNvPr>
                <p14:cNvContentPartPr/>
                <p14:nvPr/>
              </p14:nvContentPartPr>
              <p14:xfrm>
                <a:off x="3541845" y="4134510"/>
                <a:ext cx="1173240" cy="248760"/>
              </p14:xfrm>
            </p:contentPart>
          </mc:Choice>
          <mc:Fallback xmlns="">
            <p:pic>
              <p:nvPicPr>
                <p:cNvPr id="6" name="Ink 5">
                  <a:extLst>
                    <a:ext uri="{FF2B5EF4-FFF2-40B4-BE49-F238E27FC236}">
                      <a16:creationId xmlns:a16="http://schemas.microsoft.com/office/drawing/2014/main" id="{B5E50901-E6E1-A2A6-8183-62546476149B}"/>
                    </a:ext>
                  </a:extLst>
                </p:cNvPr>
                <p:cNvPicPr/>
                <p:nvPr/>
              </p:nvPicPr>
              <p:blipFill>
                <a:blip r:embed="rId4"/>
                <a:stretch>
                  <a:fillRect/>
                </a:stretch>
              </p:blipFill>
              <p:spPr>
                <a:xfrm>
                  <a:off x="3532848" y="4125497"/>
                  <a:ext cx="1190875" cy="266426"/>
                </a:xfrm>
                <a:prstGeom prst="rect">
                  <a:avLst/>
                </a:prstGeom>
              </p:spPr>
            </p:pic>
          </mc:Fallback>
        </mc:AlternateContent>
        <p:sp>
          <p:nvSpPr>
            <p:cNvPr id="7" name="TextBox 6">
              <a:extLst>
                <a:ext uri="{FF2B5EF4-FFF2-40B4-BE49-F238E27FC236}">
                  <a16:creationId xmlns:a16="http://schemas.microsoft.com/office/drawing/2014/main" id="{0520CB53-45AC-4414-9F71-874ED96C3826}"/>
                </a:ext>
              </a:extLst>
            </p:cNvPr>
            <p:cNvSpPr txBox="1"/>
            <p:nvPr/>
          </p:nvSpPr>
          <p:spPr>
            <a:xfrm>
              <a:off x="495300" y="3667125"/>
              <a:ext cx="1143000" cy="646331"/>
            </a:xfrm>
            <a:prstGeom prst="rect">
              <a:avLst/>
            </a:prstGeom>
            <a:noFill/>
          </p:spPr>
          <p:txBody>
            <a:bodyPr wrap="square" rtlCol="0">
              <a:spAutoFit/>
            </a:bodyPr>
            <a:lstStyle/>
            <a:p>
              <a:r>
                <a:rPr lang="en-GB" dirty="0"/>
                <a:t>Key = “aspect”</a:t>
              </a:r>
            </a:p>
          </p:txBody>
        </p:sp>
        <p:cxnSp>
          <p:nvCxnSpPr>
            <p:cNvPr id="9" name="Straight Arrow Connector 8">
              <a:extLst>
                <a:ext uri="{FF2B5EF4-FFF2-40B4-BE49-F238E27FC236}">
                  <a16:creationId xmlns:a16="http://schemas.microsoft.com/office/drawing/2014/main" id="{0205D088-B20A-9414-9FE5-F576147915D6}"/>
                </a:ext>
              </a:extLst>
            </p:cNvPr>
            <p:cNvCxnSpPr/>
            <p:nvPr/>
          </p:nvCxnSpPr>
          <p:spPr>
            <a:xfrm>
              <a:off x="1590675" y="4124325"/>
              <a:ext cx="1866900" cy="1047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 name="TextBox 9">
            <a:extLst>
              <a:ext uri="{FF2B5EF4-FFF2-40B4-BE49-F238E27FC236}">
                <a16:creationId xmlns:a16="http://schemas.microsoft.com/office/drawing/2014/main" id="{9A1FE7F8-7281-0743-9690-CAD9CFCB16D8}"/>
              </a:ext>
            </a:extLst>
          </p:cNvPr>
          <p:cNvSpPr txBox="1"/>
          <p:nvPr/>
        </p:nvSpPr>
        <p:spPr>
          <a:xfrm>
            <a:off x="1771650" y="2324100"/>
            <a:ext cx="3314700" cy="646331"/>
          </a:xfrm>
          <a:prstGeom prst="rect">
            <a:avLst/>
          </a:prstGeom>
          <a:noFill/>
        </p:spPr>
        <p:txBody>
          <a:bodyPr wrap="square" rtlCol="0">
            <a:spAutoFit/>
          </a:bodyPr>
          <a:lstStyle/>
          <a:p>
            <a:r>
              <a:rPr lang="en-GB" dirty="0"/>
              <a:t>Index page is like a hash function</a:t>
            </a:r>
          </a:p>
        </p:txBody>
      </p:sp>
      <p:sp>
        <p:nvSpPr>
          <p:cNvPr id="12" name="TextBox 11">
            <a:extLst>
              <a:ext uri="{FF2B5EF4-FFF2-40B4-BE49-F238E27FC236}">
                <a16:creationId xmlns:a16="http://schemas.microsoft.com/office/drawing/2014/main" id="{786FA4F1-6FD6-604C-2828-A53BA21A2AF8}"/>
              </a:ext>
            </a:extLst>
          </p:cNvPr>
          <p:cNvSpPr txBox="1"/>
          <p:nvPr/>
        </p:nvSpPr>
        <p:spPr>
          <a:xfrm>
            <a:off x="8569960" y="1151255"/>
            <a:ext cx="3133725" cy="4801314"/>
          </a:xfrm>
          <a:prstGeom prst="rect">
            <a:avLst/>
          </a:prstGeom>
          <a:noFill/>
          <a:ln>
            <a:solidFill>
              <a:schemeClr val="accent1"/>
            </a:solidFill>
          </a:ln>
        </p:spPr>
        <p:txBody>
          <a:bodyPr wrap="square" rtlCol="0">
            <a:spAutoFit/>
          </a:bodyPr>
          <a:lstStyle/>
          <a:p>
            <a:r>
              <a:rPr lang="en-GB" b="0" i="0" dirty="0">
                <a:solidFill>
                  <a:srgbClr val="646B6B"/>
                </a:solidFill>
                <a:effectLst/>
                <a:highlight>
                  <a:srgbClr val="FFFFFF"/>
                </a:highlight>
                <a:latin typeface="__fontSerif_c35935"/>
              </a:rPr>
              <a:t>Lorem ipsum </a:t>
            </a:r>
            <a:r>
              <a:rPr lang="en-GB" b="0" i="0" dirty="0" err="1">
                <a:solidFill>
                  <a:srgbClr val="646B6B"/>
                </a:solidFill>
                <a:effectLst/>
                <a:highlight>
                  <a:srgbClr val="FFFFFF"/>
                </a:highlight>
                <a:latin typeface="__fontSerif_c35935"/>
              </a:rPr>
              <a:t>dolor</a:t>
            </a:r>
            <a:r>
              <a:rPr lang="en-GB" b="0" i="0" dirty="0">
                <a:solidFill>
                  <a:srgbClr val="646B6B"/>
                </a:solidFill>
                <a:effectLst/>
                <a:highlight>
                  <a:srgbClr val="FFFFFF"/>
                </a:highlight>
                <a:latin typeface="__fontSerif_c35935"/>
              </a:rPr>
              <a:t> sit </a:t>
            </a:r>
            <a:r>
              <a:rPr lang="en-GB" b="0" i="0" dirty="0" err="1">
                <a:solidFill>
                  <a:srgbClr val="646B6B"/>
                </a:solidFill>
                <a:effectLst/>
                <a:highlight>
                  <a:srgbClr val="FFFFFF"/>
                </a:highlight>
                <a:latin typeface="__fontSerif_c35935"/>
              </a:rPr>
              <a:t>amet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consectetur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adipiscing</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sed</a:t>
            </a:r>
            <a:r>
              <a:rPr lang="en-GB" b="0" i="0" dirty="0">
                <a:solidFill>
                  <a:srgbClr val="646B6B"/>
                </a:solidFill>
                <a:effectLst/>
                <a:highlight>
                  <a:srgbClr val="FFFFFF"/>
                </a:highlight>
                <a:latin typeface="__fontSerif_c35935"/>
              </a:rPr>
              <a:t> do </a:t>
            </a:r>
            <a:r>
              <a:rPr lang="en-GB" b="0" i="0" dirty="0" err="1">
                <a:solidFill>
                  <a:srgbClr val="646B6B"/>
                </a:solidFill>
                <a:effectLst/>
                <a:highlight>
                  <a:srgbClr val="FFFFFF"/>
                </a:highlight>
                <a:latin typeface="__fontSerif_c35935"/>
              </a:rPr>
              <a:t>eiusmod</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tempor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incididunt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ut</a:t>
            </a:r>
            <a:r>
              <a:rPr lang="en-GB" b="0" i="0" dirty="0">
                <a:solidFill>
                  <a:srgbClr val="646B6B"/>
                </a:solidFill>
                <a:effectLst/>
                <a:highlight>
                  <a:srgbClr val="FFFFFF"/>
                </a:highlight>
                <a:latin typeface="__fontSerif_c35935"/>
              </a:rPr>
              <a:t> labore et dolore magna </a:t>
            </a:r>
            <a:r>
              <a:rPr lang="en-GB" b="0" i="0" dirty="0" err="1">
                <a:solidFill>
                  <a:srgbClr val="646B6B"/>
                </a:solidFill>
                <a:effectLst/>
                <a:highlight>
                  <a:srgbClr val="FFFFFF"/>
                </a:highlight>
                <a:latin typeface="__fontSerif_c35935"/>
              </a:rPr>
              <a:t>aliqua</a:t>
            </a:r>
            <a:r>
              <a:rPr lang="en-GB" b="0" i="0" dirty="0">
                <a:solidFill>
                  <a:srgbClr val="646B6B"/>
                </a:solidFill>
                <a:effectLst/>
                <a:highlight>
                  <a:srgbClr val="FFFFFF"/>
                </a:highlight>
                <a:latin typeface="__fontSerif_c35935"/>
              </a:rPr>
              <a:t>. Ut </a:t>
            </a:r>
            <a:r>
              <a:rPr lang="en-GB" b="0" i="0" dirty="0" err="1">
                <a:solidFill>
                  <a:srgbClr val="646B6B"/>
                </a:solidFill>
                <a:effectLst/>
                <a:highlight>
                  <a:srgbClr val="FFFFFF"/>
                </a:highlight>
                <a:latin typeface="__fontSerif_c35935"/>
              </a:rPr>
              <a:t>enim</a:t>
            </a:r>
            <a:r>
              <a:rPr lang="en-GB" b="0" i="0" dirty="0">
                <a:solidFill>
                  <a:srgbClr val="646B6B"/>
                </a:solidFill>
                <a:effectLst/>
                <a:highlight>
                  <a:srgbClr val="FFFFFF"/>
                </a:highlight>
                <a:latin typeface="__fontSerif_c35935"/>
              </a:rPr>
              <a:t> ad minim </a:t>
            </a:r>
            <a:r>
              <a:rPr lang="en-GB" b="0" i="0" dirty="0" err="1">
                <a:solidFill>
                  <a:srgbClr val="646B6B"/>
                </a:solidFill>
                <a:effectLst/>
                <a:highlight>
                  <a:srgbClr val="FFFFFF"/>
                </a:highlight>
                <a:latin typeface="__fontSerif_c35935"/>
              </a:rPr>
              <a:t>veniam</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quis</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nostrud</a:t>
            </a:r>
            <a:r>
              <a:rPr lang="en-GB" b="0" i="0" dirty="0">
                <a:solidFill>
                  <a:srgbClr val="646B6B"/>
                </a:solidFill>
                <a:effectLst/>
                <a:highlight>
                  <a:srgbClr val="FFFFFF"/>
                </a:highlight>
                <a:latin typeface="__fontSerif_c35935"/>
              </a:rPr>
              <a:t> exercitation </a:t>
            </a:r>
            <a:r>
              <a:rPr lang="en-GB" b="0" i="0" dirty="0" err="1">
                <a:solidFill>
                  <a:srgbClr val="646B6B"/>
                </a:solidFill>
                <a:effectLst/>
                <a:highlight>
                  <a:srgbClr val="FFFFFF"/>
                </a:highlight>
                <a:latin typeface="__fontSerif_c35935"/>
              </a:rPr>
              <a:t>ullamco</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laboris</a:t>
            </a:r>
            <a:r>
              <a:rPr lang="en-GB" b="0" i="0" dirty="0">
                <a:solidFill>
                  <a:srgbClr val="646B6B"/>
                </a:solidFill>
                <a:effectLst/>
                <a:highlight>
                  <a:srgbClr val="FFFFFF"/>
                </a:highlight>
                <a:latin typeface="__fontSerif_c35935"/>
              </a:rPr>
              <a:t> nisi </a:t>
            </a:r>
            <a:r>
              <a:rPr lang="en-GB" b="0" i="0" dirty="0" err="1">
                <a:solidFill>
                  <a:srgbClr val="646B6B"/>
                </a:solidFill>
                <a:effectLst/>
                <a:highlight>
                  <a:srgbClr val="FFFFFF"/>
                </a:highlight>
                <a:latin typeface="__fontSerif_c35935"/>
              </a:rPr>
              <a:t>ut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aliquip</a:t>
            </a:r>
            <a:r>
              <a:rPr lang="en-GB" b="0" i="0" dirty="0">
                <a:solidFill>
                  <a:srgbClr val="646B6B"/>
                </a:solidFill>
                <a:effectLst/>
                <a:highlight>
                  <a:srgbClr val="FFFFFF"/>
                </a:highlight>
                <a:latin typeface="__fontSerif_c35935"/>
              </a:rPr>
              <a:t> ex </a:t>
            </a:r>
            <a:r>
              <a:rPr lang="en-GB" b="0" i="0" dirty="0" err="1">
                <a:solidFill>
                  <a:srgbClr val="646B6B"/>
                </a:solidFill>
                <a:effectLst/>
                <a:highlight>
                  <a:srgbClr val="FFFFFF"/>
                </a:highlight>
                <a:latin typeface="__fontSerif_c35935"/>
              </a:rPr>
              <a:t>ea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commodo</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consequat</a:t>
            </a:r>
            <a:r>
              <a:rPr lang="en-GB" b="0" i="0" dirty="0">
                <a:solidFill>
                  <a:srgbClr val="646B6B"/>
                </a:solidFill>
                <a:effectLst/>
                <a:highlight>
                  <a:srgbClr val="FFFFFF"/>
                </a:highlight>
                <a:latin typeface="__fontSerif_c35935"/>
              </a:rPr>
              <a:t>. Duis </a:t>
            </a:r>
            <a:r>
              <a:rPr lang="en-GB" b="0" i="0" dirty="0" err="1">
                <a:solidFill>
                  <a:srgbClr val="646B6B"/>
                </a:solidFill>
                <a:effectLst/>
                <a:highlight>
                  <a:srgbClr val="FFFFFF"/>
                </a:highlight>
                <a:latin typeface="__fontSerif_c35935"/>
              </a:rPr>
              <a:t>aute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irure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dolor</a:t>
            </a:r>
            <a:r>
              <a:rPr lang="en-GB" b="0" i="0" dirty="0">
                <a:solidFill>
                  <a:srgbClr val="646B6B"/>
                </a:solidFill>
                <a:effectLst/>
                <a:highlight>
                  <a:srgbClr val="FFFFFF"/>
                </a:highlight>
                <a:latin typeface="__fontSerif_c35935"/>
              </a:rPr>
              <a:t> in </a:t>
            </a:r>
            <a:r>
              <a:rPr lang="en-GB" b="0" i="0" dirty="0" err="1">
                <a:solidFill>
                  <a:srgbClr val="646B6B"/>
                </a:solidFill>
                <a:effectLst/>
                <a:highlight>
                  <a:srgbClr val="FFFFFF"/>
                </a:highlight>
                <a:latin typeface="__fontSerif_c35935"/>
              </a:rPr>
              <a:t>reprehenderit</a:t>
            </a:r>
            <a:r>
              <a:rPr lang="en-GB" b="0" i="0" dirty="0">
                <a:solidFill>
                  <a:srgbClr val="646B6B"/>
                </a:solidFill>
                <a:effectLst/>
                <a:highlight>
                  <a:srgbClr val="FFFFFF"/>
                </a:highlight>
                <a:latin typeface="__fontSerif_c35935"/>
              </a:rPr>
              <a:t> in </a:t>
            </a:r>
            <a:r>
              <a:rPr lang="en-GB" b="0" i="0" dirty="0" err="1">
                <a:solidFill>
                  <a:srgbClr val="646B6B"/>
                </a:solidFill>
                <a:effectLst/>
                <a:highlight>
                  <a:srgbClr val="FFFFFF"/>
                </a:highlight>
                <a:latin typeface="__fontSerif_c35935"/>
              </a:rPr>
              <a:t>voluptate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velit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esse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cillum</a:t>
            </a:r>
            <a:r>
              <a:rPr lang="en-GB" b="0" i="0" dirty="0">
                <a:solidFill>
                  <a:srgbClr val="646B6B"/>
                </a:solidFill>
                <a:effectLst/>
                <a:highlight>
                  <a:srgbClr val="FFFFFF"/>
                </a:highlight>
                <a:latin typeface="__fontSerif_c35935"/>
              </a:rPr>
              <a:t> dolore </a:t>
            </a:r>
            <a:r>
              <a:rPr lang="en-GB" b="0" i="0" dirty="0" err="1">
                <a:solidFill>
                  <a:srgbClr val="646B6B"/>
                </a:solidFill>
                <a:effectLst/>
                <a:highlight>
                  <a:srgbClr val="FFFFFF"/>
                </a:highlight>
                <a:latin typeface="__fontSerif_c35935"/>
              </a:rPr>
              <a:t>eu</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fugiat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nulla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pariatur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Excepteur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sint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occaecat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cupidatat</a:t>
            </a:r>
            <a:r>
              <a:rPr lang="en-GB" b="0" i="0" dirty="0">
                <a:solidFill>
                  <a:srgbClr val="646B6B"/>
                </a:solidFill>
                <a:effectLst/>
                <a:highlight>
                  <a:srgbClr val="FFFFFF"/>
                </a:highlight>
                <a:latin typeface="__fontSerif_c35935"/>
              </a:rPr>
              <a:t> non </a:t>
            </a:r>
            <a:r>
              <a:rPr lang="en-GB" b="0" i="0" dirty="0" err="1">
                <a:solidFill>
                  <a:srgbClr val="646B6B"/>
                </a:solidFill>
                <a:effectLst/>
                <a:highlight>
                  <a:srgbClr val="FFFFFF"/>
                </a:highlight>
                <a:latin typeface="__fontSerif_c35935"/>
              </a:rPr>
              <a:t>proident</a:t>
            </a:r>
            <a:r>
              <a:rPr lang="en-GB" b="0" i="0" dirty="0">
                <a:solidFill>
                  <a:srgbClr val="646B6B"/>
                </a:solidFill>
                <a:effectLst/>
                <a:highlight>
                  <a:srgbClr val="FFFFFF"/>
                </a:highlight>
                <a:latin typeface="__fontSerif_c35935"/>
              </a:rPr>
              <a:t>, sunt in culpa qui </a:t>
            </a:r>
            <a:r>
              <a:rPr lang="en-GB" b="0" i="0" dirty="0" err="1">
                <a:solidFill>
                  <a:srgbClr val="646B6B"/>
                </a:solidFill>
                <a:effectLst/>
                <a:highlight>
                  <a:srgbClr val="FFFFFF"/>
                </a:highlight>
                <a:latin typeface="__fontSerif_c35935"/>
              </a:rPr>
              <a:t>officia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deserunt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mollit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anim</a:t>
            </a:r>
            <a:r>
              <a:rPr lang="en-GB" b="0" i="0" dirty="0">
                <a:solidFill>
                  <a:srgbClr val="646B6B"/>
                </a:solidFill>
                <a:effectLst/>
                <a:highlight>
                  <a:srgbClr val="FFFFFF"/>
                </a:highlight>
                <a:latin typeface="__fontSerif_c35935"/>
              </a:rPr>
              <a:t> id </a:t>
            </a:r>
            <a:r>
              <a:rPr lang="en-GB" b="0" i="0" dirty="0" err="1">
                <a:solidFill>
                  <a:srgbClr val="646B6B"/>
                </a:solidFill>
                <a:effectLst/>
                <a:highlight>
                  <a:srgbClr val="FFFFFF"/>
                </a:highlight>
                <a:latin typeface="__fontSerif_c35935"/>
              </a:rPr>
              <a:t>est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laborum</a:t>
            </a:r>
            <a:r>
              <a:rPr lang="en-GB" b="0" i="0" dirty="0">
                <a:solidFill>
                  <a:srgbClr val="646B6B"/>
                </a:solidFill>
                <a:effectLst/>
                <a:highlight>
                  <a:srgbClr val="FFFFFF"/>
                </a:highlight>
                <a:latin typeface="__fontSerif_c35935"/>
              </a:rPr>
              <a:t>.</a:t>
            </a:r>
          </a:p>
          <a:p>
            <a:pPr algn="r"/>
            <a:r>
              <a:rPr lang="en-GB" dirty="0">
                <a:highlight>
                  <a:srgbClr val="FFFFFF"/>
                </a:highlight>
                <a:latin typeface="__fontSerif_c35935"/>
              </a:rPr>
              <a:t>Page 86</a:t>
            </a:r>
            <a:endParaRPr lang="en-GB" dirty="0"/>
          </a:p>
        </p:txBody>
      </p:sp>
      <p:grpSp>
        <p:nvGrpSpPr>
          <p:cNvPr id="19" name="Group 18">
            <a:extLst>
              <a:ext uri="{FF2B5EF4-FFF2-40B4-BE49-F238E27FC236}">
                <a16:creationId xmlns:a16="http://schemas.microsoft.com/office/drawing/2014/main" id="{31429C84-B919-D011-7A80-7A5FD9DD6AF2}"/>
              </a:ext>
            </a:extLst>
          </p:cNvPr>
          <p:cNvGrpSpPr/>
          <p:nvPr/>
        </p:nvGrpSpPr>
        <p:grpSpPr>
          <a:xfrm>
            <a:off x="6162368" y="1527381"/>
            <a:ext cx="2209800" cy="1904078"/>
            <a:chOff x="6172200" y="1143922"/>
            <a:chExt cx="2209800" cy="1904078"/>
          </a:xfrm>
        </p:grpSpPr>
        <p:sp>
          <p:nvSpPr>
            <p:cNvPr id="15" name="TextBox 14">
              <a:extLst>
                <a:ext uri="{FF2B5EF4-FFF2-40B4-BE49-F238E27FC236}">
                  <a16:creationId xmlns:a16="http://schemas.microsoft.com/office/drawing/2014/main" id="{17EFE00A-6257-5CE3-4D2E-41662ADC80B1}"/>
                </a:ext>
              </a:extLst>
            </p:cNvPr>
            <p:cNvSpPr txBox="1"/>
            <p:nvPr/>
          </p:nvSpPr>
          <p:spPr>
            <a:xfrm>
              <a:off x="6172200" y="1143922"/>
              <a:ext cx="1514475" cy="1200329"/>
            </a:xfrm>
            <a:prstGeom prst="rect">
              <a:avLst/>
            </a:prstGeom>
            <a:noFill/>
          </p:spPr>
          <p:txBody>
            <a:bodyPr wrap="square" rtlCol="0">
              <a:spAutoFit/>
            </a:bodyPr>
            <a:lstStyle/>
            <a:p>
              <a:r>
                <a:rPr lang="en-GB" dirty="0"/>
                <a:t>Data requested is in here somewhere</a:t>
              </a:r>
            </a:p>
          </p:txBody>
        </p:sp>
        <p:cxnSp>
          <p:nvCxnSpPr>
            <p:cNvPr id="17" name="Straight Arrow Connector 16">
              <a:extLst>
                <a:ext uri="{FF2B5EF4-FFF2-40B4-BE49-F238E27FC236}">
                  <a16:creationId xmlns:a16="http://schemas.microsoft.com/office/drawing/2014/main" id="{67AD046C-CA48-6B78-9711-396D709CA9F9}"/>
                </a:ext>
              </a:extLst>
            </p:cNvPr>
            <p:cNvCxnSpPr>
              <a:cxnSpLocks/>
            </p:cNvCxnSpPr>
            <p:nvPr/>
          </p:nvCxnSpPr>
          <p:spPr>
            <a:xfrm>
              <a:off x="7286625" y="2476500"/>
              <a:ext cx="1095375" cy="571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0" name="Group 19">
            <a:extLst>
              <a:ext uri="{FF2B5EF4-FFF2-40B4-BE49-F238E27FC236}">
                <a16:creationId xmlns:a16="http://schemas.microsoft.com/office/drawing/2014/main" id="{BC564B07-8AE4-E7F6-F049-03F45DBCC249}"/>
              </a:ext>
            </a:extLst>
          </p:cNvPr>
          <p:cNvGrpSpPr/>
          <p:nvPr/>
        </p:nvGrpSpPr>
        <p:grpSpPr>
          <a:xfrm>
            <a:off x="4155440" y="3691890"/>
            <a:ext cx="6573520" cy="2078990"/>
            <a:chOff x="4155440" y="3691890"/>
            <a:chExt cx="6573520" cy="2078990"/>
          </a:xfrm>
        </p:grpSpPr>
        <p:sp>
          <p:nvSpPr>
            <p:cNvPr id="11" name="TextBox 10">
              <a:extLst>
                <a:ext uri="{FF2B5EF4-FFF2-40B4-BE49-F238E27FC236}">
                  <a16:creationId xmlns:a16="http://schemas.microsoft.com/office/drawing/2014/main" id="{7CF148BC-127E-FCE6-147A-197EA5DDCDF2}"/>
                </a:ext>
              </a:extLst>
            </p:cNvPr>
            <p:cNvSpPr txBox="1"/>
            <p:nvPr/>
          </p:nvSpPr>
          <p:spPr>
            <a:xfrm>
              <a:off x="5021580" y="3691890"/>
              <a:ext cx="3724275" cy="646331"/>
            </a:xfrm>
            <a:prstGeom prst="rect">
              <a:avLst/>
            </a:prstGeom>
            <a:noFill/>
          </p:spPr>
          <p:txBody>
            <a:bodyPr wrap="square" rtlCol="0">
              <a:spAutoFit/>
            </a:bodyPr>
            <a:lstStyle/>
            <a:p>
              <a:r>
                <a:rPr lang="en-GB" dirty="0"/>
                <a:t>An index page returns a page no</a:t>
              </a:r>
            </a:p>
            <a:p>
              <a:r>
                <a:rPr lang="en-GB" dirty="0"/>
                <a:t>(Hash function returns a bucket no)</a:t>
              </a:r>
            </a:p>
          </p:txBody>
        </p:sp>
        <p:cxnSp>
          <p:nvCxnSpPr>
            <p:cNvPr id="8" name="Connector: Curved 7">
              <a:extLst>
                <a:ext uri="{FF2B5EF4-FFF2-40B4-BE49-F238E27FC236}">
                  <a16:creationId xmlns:a16="http://schemas.microsoft.com/office/drawing/2014/main" id="{FFC34C86-A0C3-F5DA-49D8-084A8CFD1ABD}"/>
                </a:ext>
              </a:extLst>
            </p:cNvPr>
            <p:cNvCxnSpPr>
              <a:cxnSpLocks/>
            </p:cNvCxnSpPr>
            <p:nvPr/>
          </p:nvCxnSpPr>
          <p:spPr>
            <a:xfrm>
              <a:off x="4155440" y="4236720"/>
              <a:ext cx="6573520" cy="1534160"/>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80732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23352-8EE6-3F20-F7D5-88B6E156C6DE}"/>
              </a:ext>
            </a:extLst>
          </p:cNvPr>
          <p:cNvSpPr>
            <a:spLocks noGrp="1"/>
          </p:cNvSpPr>
          <p:nvPr>
            <p:ph type="title"/>
          </p:nvPr>
        </p:nvSpPr>
        <p:spPr/>
        <p:txBody>
          <a:bodyPr/>
          <a:lstStyle/>
          <a:p>
            <a:r>
              <a:rPr lang="en-GB" dirty="0"/>
              <a:t>Hash Function: Example</a:t>
            </a:r>
          </a:p>
        </p:txBody>
      </p:sp>
      <p:graphicFrame>
        <p:nvGraphicFramePr>
          <p:cNvPr id="4" name="Table 3">
            <a:extLst>
              <a:ext uri="{FF2B5EF4-FFF2-40B4-BE49-F238E27FC236}">
                <a16:creationId xmlns:a16="http://schemas.microsoft.com/office/drawing/2014/main" id="{560A4310-795D-6C18-51BC-9BA0699AAC7C}"/>
              </a:ext>
            </a:extLst>
          </p:cNvPr>
          <p:cNvGraphicFramePr>
            <a:graphicFrameLocks noGrp="1"/>
          </p:cNvGraphicFramePr>
          <p:nvPr>
            <p:extLst>
              <p:ext uri="{D42A27DB-BD31-4B8C-83A1-F6EECF244321}">
                <p14:modId xmlns:p14="http://schemas.microsoft.com/office/powerpoint/2010/main" val="3158026844"/>
              </p:ext>
            </p:extLst>
          </p:nvPr>
        </p:nvGraphicFramePr>
        <p:xfrm>
          <a:off x="866775" y="1733550"/>
          <a:ext cx="3657600" cy="2440305"/>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781867458"/>
                    </a:ext>
                  </a:extLst>
                </a:gridCol>
                <a:gridCol w="609600">
                  <a:extLst>
                    <a:ext uri="{9D8B030D-6E8A-4147-A177-3AD203B41FA5}">
                      <a16:colId xmlns:a16="http://schemas.microsoft.com/office/drawing/2014/main" val="1609913258"/>
                    </a:ext>
                  </a:extLst>
                </a:gridCol>
                <a:gridCol w="609600">
                  <a:extLst>
                    <a:ext uri="{9D8B030D-6E8A-4147-A177-3AD203B41FA5}">
                      <a16:colId xmlns:a16="http://schemas.microsoft.com/office/drawing/2014/main" val="4194849154"/>
                    </a:ext>
                  </a:extLst>
                </a:gridCol>
                <a:gridCol w="609600">
                  <a:extLst>
                    <a:ext uri="{9D8B030D-6E8A-4147-A177-3AD203B41FA5}">
                      <a16:colId xmlns:a16="http://schemas.microsoft.com/office/drawing/2014/main" val="1572599577"/>
                    </a:ext>
                  </a:extLst>
                </a:gridCol>
                <a:gridCol w="609600">
                  <a:extLst>
                    <a:ext uri="{9D8B030D-6E8A-4147-A177-3AD203B41FA5}">
                      <a16:colId xmlns:a16="http://schemas.microsoft.com/office/drawing/2014/main" val="1634872823"/>
                    </a:ext>
                  </a:extLst>
                </a:gridCol>
                <a:gridCol w="609600">
                  <a:extLst>
                    <a:ext uri="{9D8B030D-6E8A-4147-A177-3AD203B41FA5}">
                      <a16:colId xmlns:a16="http://schemas.microsoft.com/office/drawing/2014/main" val="863491219"/>
                    </a:ext>
                  </a:extLst>
                </a:gridCol>
              </a:tblGrid>
              <a:tr h="190500">
                <a:tc>
                  <a:txBody>
                    <a:bodyPr/>
                    <a:lstStyle/>
                    <a:p>
                      <a:pPr algn="l" fontAlgn="b"/>
                      <a:r>
                        <a:rPr lang="en-GB" sz="1100" b="1" u="none" strike="noStrike" dirty="0">
                          <a:effectLst/>
                        </a:rPr>
                        <a:t>Key</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b="1" u="none" strike="noStrike" dirty="0">
                          <a:effectLst/>
                        </a:rPr>
                        <a:t>Hash Function</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35869709"/>
                  </a:ext>
                </a:extLst>
              </a:tr>
              <a:tr h="190500">
                <a:tc>
                  <a:txBody>
                    <a:bodyPr/>
                    <a:lstStyle/>
                    <a:p>
                      <a:pPr algn="l" fontAlgn="b"/>
                      <a:r>
                        <a:rPr lang="en-GB" sz="1100" b="1" u="none" strike="noStrike" dirty="0">
                          <a:effectLst/>
                        </a:rPr>
                        <a:t>AAPL</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12</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31072100"/>
                  </a:ext>
                </a:extLst>
              </a:tr>
              <a:tr h="190500">
                <a:tc>
                  <a:txBody>
                    <a:bodyPr/>
                    <a:lstStyle/>
                    <a:p>
                      <a:pPr algn="l" fontAlgn="b"/>
                      <a:r>
                        <a:rPr lang="en-GB" sz="1100" b="1" u="none" strike="noStrike" dirty="0">
                          <a:effectLst/>
                        </a:rPr>
                        <a:t>AAPN</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7</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72146849"/>
                  </a:ext>
                </a:extLst>
              </a:tr>
              <a:tr h="190500">
                <a:tc>
                  <a:txBody>
                    <a:bodyPr/>
                    <a:lstStyle/>
                    <a:p>
                      <a:pPr algn="l" fontAlgn="b"/>
                      <a:r>
                        <a:rPr lang="en-GB" sz="1100" b="1" u="none" strike="noStrike" dirty="0">
                          <a:solidFill>
                            <a:schemeClr val="tx1"/>
                          </a:solidFill>
                          <a:effectLst/>
                          <a:highlight>
                            <a:srgbClr val="FFFF00"/>
                          </a:highlight>
                        </a:rPr>
                        <a:t>MSFT</a:t>
                      </a:r>
                      <a:endParaRPr lang="en-GB" sz="1100" b="1" i="0" u="none" strike="noStrike" dirty="0">
                        <a:solidFill>
                          <a:schemeClr val="tx1"/>
                        </a:solidFill>
                        <a:effectLst/>
                        <a:highlight>
                          <a:srgbClr val="FFFF00"/>
                        </a:highligh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7</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78308110"/>
                  </a:ext>
                </a:extLst>
              </a:tr>
              <a:tr h="190500">
                <a:tc>
                  <a:txBody>
                    <a:bodyPr/>
                    <a:lstStyle/>
                    <a:p>
                      <a:pPr algn="l" fontAlgn="b"/>
                      <a:r>
                        <a:rPr lang="en-GB" sz="1100" b="1" u="none" strike="noStrike" dirty="0">
                          <a:effectLst/>
                        </a:rPr>
                        <a:t>GOOG</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4</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6149499"/>
                  </a:ext>
                </a:extLst>
              </a:tr>
              <a:tr h="190500">
                <a:tc>
                  <a:txBody>
                    <a:bodyPr/>
                    <a:lstStyle/>
                    <a:p>
                      <a:pPr algn="l" fontAlgn="b"/>
                      <a:r>
                        <a:rPr lang="en-GB" sz="1100" b="1" u="none" strike="noStrike" dirty="0">
                          <a:effectLst/>
                        </a:rPr>
                        <a:t>NFLX</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6</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0850720"/>
                  </a:ext>
                </a:extLst>
              </a:tr>
              <a:tr h="190500">
                <a:tc>
                  <a:txBody>
                    <a:bodyPr/>
                    <a:lstStyle/>
                    <a:p>
                      <a:pPr algn="l" fontAlgn="b"/>
                      <a:r>
                        <a:rPr lang="en-GB" sz="1100" b="1" u="none" strike="noStrike" dirty="0">
                          <a:effectLst/>
                        </a:rPr>
                        <a:t>IBM</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0</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94152824"/>
                  </a:ext>
                </a:extLst>
              </a:tr>
              <a:tr h="190500">
                <a:tc>
                  <a:txBody>
                    <a:bodyPr/>
                    <a:lstStyle/>
                    <a:p>
                      <a:pPr algn="l" fontAlgn="b"/>
                      <a:r>
                        <a:rPr lang="en-GB" sz="1100" b="1" u="none" strike="noStrike" dirty="0">
                          <a:effectLst/>
                        </a:rPr>
                        <a:t>BAML</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2</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20183272"/>
                  </a:ext>
                </a:extLst>
              </a:tr>
              <a:tr h="190500">
                <a:tc>
                  <a:txBody>
                    <a:bodyPr/>
                    <a:lstStyle/>
                    <a:p>
                      <a:pPr algn="l" fontAlgn="b"/>
                      <a:r>
                        <a:rPr lang="en-GB" sz="1100" b="1" u="none" strike="noStrike" dirty="0">
                          <a:effectLst/>
                        </a:rPr>
                        <a:t>UBS</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7798075"/>
                  </a:ext>
                </a:extLst>
              </a:tr>
              <a:tr h="190500">
                <a:tc>
                  <a:txBody>
                    <a:bodyPr/>
                    <a:lstStyle/>
                    <a:p>
                      <a:pPr algn="l" fontAlgn="b"/>
                      <a:r>
                        <a:rPr lang="en-GB" sz="1100" b="1" u="none" strike="noStrike">
                          <a:effectLst/>
                        </a:rPr>
                        <a:t>BA</a:t>
                      </a:r>
                      <a:endParaRPr lang="en-GB"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11</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21299798"/>
                  </a:ext>
                </a:extLst>
              </a:tr>
              <a:tr h="190500">
                <a:tc>
                  <a:txBody>
                    <a:bodyPr/>
                    <a:lstStyle/>
                    <a:p>
                      <a:pPr algn="l" fontAlgn="b"/>
                      <a:r>
                        <a:rPr lang="en-GB" sz="1100" b="1" u="none" strike="noStrike" dirty="0">
                          <a:effectLst/>
                        </a:rPr>
                        <a:t>LSE</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0</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80013163"/>
                  </a:ext>
                </a:extLst>
              </a:tr>
              <a:tr h="190500">
                <a:tc>
                  <a:txBody>
                    <a:bodyPr/>
                    <a:lstStyle/>
                    <a:p>
                      <a:pPr algn="l" fontAlgn="b"/>
                      <a:r>
                        <a:rPr lang="en-GB" sz="1100" b="1" u="none" strike="noStrike" dirty="0">
                          <a:effectLst/>
                        </a:rPr>
                        <a:t>SSE</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16</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91269171"/>
                  </a:ext>
                </a:extLst>
              </a:tr>
            </a:tbl>
          </a:graphicData>
        </a:graphic>
      </p:graphicFrame>
      <p:graphicFrame>
        <p:nvGraphicFramePr>
          <p:cNvPr id="5" name="Table 4">
            <a:extLst>
              <a:ext uri="{FF2B5EF4-FFF2-40B4-BE49-F238E27FC236}">
                <a16:creationId xmlns:a16="http://schemas.microsoft.com/office/drawing/2014/main" id="{986CE61B-59EC-73D0-8853-13E2BCDE735F}"/>
              </a:ext>
            </a:extLst>
          </p:cNvPr>
          <p:cNvGraphicFramePr>
            <a:graphicFrameLocks noGrp="1"/>
          </p:cNvGraphicFramePr>
          <p:nvPr>
            <p:extLst>
              <p:ext uri="{D42A27DB-BD31-4B8C-83A1-F6EECF244321}">
                <p14:modId xmlns:p14="http://schemas.microsoft.com/office/powerpoint/2010/main" val="282390088"/>
              </p:ext>
            </p:extLst>
          </p:nvPr>
        </p:nvGraphicFramePr>
        <p:xfrm>
          <a:off x="6515100" y="1714500"/>
          <a:ext cx="1828800" cy="3238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4110647954"/>
                    </a:ext>
                  </a:extLst>
                </a:gridCol>
                <a:gridCol w="609600">
                  <a:extLst>
                    <a:ext uri="{9D8B030D-6E8A-4147-A177-3AD203B41FA5}">
                      <a16:colId xmlns:a16="http://schemas.microsoft.com/office/drawing/2014/main" val="2247280766"/>
                    </a:ext>
                  </a:extLst>
                </a:gridCol>
                <a:gridCol w="609600">
                  <a:extLst>
                    <a:ext uri="{9D8B030D-6E8A-4147-A177-3AD203B41FA5}">
                      <a16:colId xmlns:a16="http://schemas.microsoft.com/office/drawing/2014/main" val="4052344859"/>
                    </a:ext>
                  </a:extLst>
                </a:gridCol>
              </a:tblGrid>
              <a:tr h="190500">
                <a:tc>
                  <a:txBody>
                    <a:bodyPr/>
                    <a:lstStyle/>
                    <a:p>
                      <a:pPr algn="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IBM</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dirty="0">
                          <a:effectLst/>
                        </a:rPr>
                        <a:t>LSE</a:t>
                      </a:r>
                      <a:endParaRPr lang="en-GB"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3488661"/>
                  </a:ext>
                </a:extLst>
              </a:tr>
              <a:tr h="190500">
                <a:tc>
                  <a:txBody>
                    <a:bodyPr/>
                    <a:lstStyle/>
                    <a:p>
                      <a:pPr algn="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UBS</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0573710"/>
                  </a:ext>
                </a:extLst>
              </a:tr>
              <a:tr h="190500">
                <a:tc>
                  <a:txBody>
                    <a:bodyPr/>
                    <a:lstStyle/>
                    <a:p>
                      <a:pPr algn="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BAML</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94841220"/>
                  </a:ext>
                </a:extLst>
              </a:tr>
              <a:tr h="190500">
                <a:tc>
                  <a:txBody>
                    <a:bodyPr/>
                    <a:lstStyle/>
                    <a:p>
                      <a:pPr algn="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104585249"/>
                  </a:ext>
                </a:extLst>
              </a:tr>
              <a:tr h="190500">
                <a:tc>
                  <a:txBody>
                    <a:bodyPr/>
                    <a:lstStyle/>
                    <a:p>
                      <a:pPr algn="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GOOG</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52877319"/>
                  </a:ext>
                </a:extLst>
              </a:tr>
              <a:tr h="190500">
                <a:tc>
                  <a:txBody>
                    <a:bodyPr/>
                    <a:lstStyle/>
                    <a:p>
                      <a:pPr algn="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88374317"/>
                  </a:ext>
                </a:extLst>
              </a:tr>
              <a:tr h="190500">
                <a:tc>
                  <a:txBody>
                    <a:bodyPr/>
                    <a:lstStyle/>
                    <a:p>
                      <a:pPr algn="r" fontAlgn="b"/>
                      <a:r>
                        <a:rPr lang="en-GB" sz="1100" u="none" strike="noStrike">
                          <a:effectLst/>
                        </a:rPr>
                        <a:t>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NFLX</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51140635"/>
                  </a:ext>
                </a:extLst>
              </a:tr>
              <a:tr h="190500">
                <a:tc>
                  <a:txBody>
                    <a:bodyPr/>
                    <a:lstStyle/>
                    <a:p>
                      <a:pPr algn="r" fontAlgn="b"/>
                      <a:r>
                        <a:rPr lang="en-GB" sz="1100" u="none" strike="noStrike">
                          <a:effectLst/>
                        </a:rPr>
                        <a:t>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AAPN</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dirty="0">
                          <a:effectLst/>
                          <a:highlight>
                            <a:srgbClr val="FFFF00"/>
                          </a:highlight>
                        </a:rPr>
                        <a:t>MSFT</a:t>
                      </a:r>
                      <a:endParaRPr lang="en-GB"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1854599825"/>
                  </a:ext>
                </a:extLst>
              </a:tr>
              <a:tr h="190500">
                <a:tc>
                  <a:txBody>
                    <a:bodyPr/>
                    <a:lstStyle/>
                    <a:p>
                      <a:pPr algn="r" fontAlgn="b"/>
                      <a:r>
                        <a:rPr lang="en-GB" sz="1100" u="none" strike="noStrike">
                          <a:effectLst/>
                        </a:rPr>
                        <a:t>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74550026"/>
                  </a:ext>
                </a:extLst>
              </a:tr>
              <a:tr h="190500">
                <a:tc>
                  <a:txBody>
                    <a:bodyPr/>
                    <a:lstStyle/>
                    <a:p>
                      <a:pPr algn="r" fontAlgn="b"/>
                      <a:r>
                        <a:rPr lang="en-GB" sz="1100" u="none" strike="noStrike">
                          <a:effectLst/>
                        </a:rPr>
                        <a:t>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67409982"/>
                  </a:ext>
                </a:extLst>
              </a:tr>
              <a:tr h="190500">
                <a:tc>
                  <a:txBody>
                    <a:bodyPr/>
                    <a:lstStyle/>
                    <a:p>
                      <a:pPr algn="r" fontAlgn="b"/>
                      <a:r>
                        <a:rPr lang="en-GB" sz="1100" u="none" strike="noStrike">
                          <a:effectLst/>
                        </a:rPr>
                        <a:t>10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25028538"/>
                  </a:ext>
                </a:extLst>
              </a:tr>
              <a:tr h="190500">
                <a:tc>
                  <a:txBody>
                    <a:bodyPr/>
                    <a:lstStyle/>
                    <a:p>
                      <a:pPr algn="r" fontAlgn="b"/>
                      <a:r>
                        <a:rPr lang="en-GB" sz="1100" u="none" strike="noStrike">
                          <a:effectLst/>
                        </a:rPr>
                        <a:t>11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BA</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63367502"/>
                  </a:ext>
                </a:extLst>
              </a:tr>
              <a:tr h="190500">
                <a:tc>
                  <a:txBody>
                    <a:bodyPr/>
                    <a:lstStyle/>
                    <a:p>
                      <a:pPr algn="r" fontAlgn="b"/>
                      <a:r>
                        <a:rPr lang="en-GB" sz="1100" u="none" strike="noStrike">
                          <a:effectLst/>
                        </a:rPr>
                        <a:t>12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AAPL</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0022188"/>
                  </a:ext>
                </a:extLst>
              </a:tr>
              <a:tr h="190500">
                <a:tc>
                  <a:txBody>
                    <a:bodyPr/>
                    <a:lstStyle/>
                    <a:p>
                      <a:pPr algn="r" fontAlgn="b"/>
                      <a:r>
                        <a:rPr lang="en-GB" sz="1100" u="none" strike="noStrike">
                          <a:effectLst/>
                        </a:rPr>
                        <a:t>13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58803518"/>
                  </a:ext>
                </a:extLst>
              </a:tr>
              <a:tr h="190500">
                <a:tc>
                  <a:txBody>
                    <a:bodyPr/>
                    <a:lstStyle/>
                    <a:p>
                      <a:pPr algn="r" fontAlgn="b"/>
                      <a:r>
                        <a:rPr lang="en-GB" sz="1100" u="none" strike="noStrike">
                          <a:effectLst/>
                        </a:rPr>
                        <a:t>14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24403606"/>
                  </a:ext>
                </a:extLst>
              </a:tr>
              <a:tr h="190500">
                <a:tc>
                  <a:txBody>
                    <a:bodyPr/>
                    <a:lstStyle/>
                    <a:p>
                      <a:pPr algn="r" fontAlgn="b"/>
                      <a:r>
                        <a:rPr lang="en-GB" sz="1100" u="none" strike="noStrike">
                          <a:effectLst/>
                        </a:rPr>
                        <a:t>15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5032003"/>
                  </a:ext>
                </a:extLst>
              </a:tr>
              <a:tr h="190500">
                <a:tc>
                  <a:txBody>
                    <a:bodyPr/>
                    <a:lstStyle/>
                    <a:p>
                      <a:pPr algn="r" fontAlgn="b"/>
                      <a:r>
                        <a:rPr lang="en-GB" sz="1100" u="none" strike="noStrike">
                          <a:effectLst/>
                        </a:rPr>
                        <a:t>16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SSE</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18304228"/>
                  </a:ext>
                </a:extLst>
              </a:tr>
            </a:tbl>
          </a:graphicData>
        </a:graphic>
      </p:graphicFrame>
      <p:sp>
        <p:nvSpPr>
          <p:cNvPr id="7" name="TextBox 6">
            <a:extLst>
              <a:ext uri="{FF2B5EF4-FFF2-40B4-BE49-F238E27FC236}">
                <a16:creationId xmlns:a16="http://schemas.microsoft.com/office/drawing/2014/main" id="{A5CF60E5-96CE-E24F-16D0-0C34A44EDD6B}"/>
              </a:ext>
            </a:extLst>
          </p:cNvPr>
          <p:cNvSpPr txBox="1"/>
          <p:nvPr/>
        </p:nvSpPr>
        <p:spPr>
          <a:xfrm>
            <a:off x="654766" y="5282377"/>
            <a:ext cx="7886701" cy="1384995"/>
          </a:xfrm>
          <a:prstGeom prst="rect">
            <a:avLst/>
          </a:prstGeom>
          <a:noFill/>
        </p:spPr>
        <p:txBody>
          <a:bodyPr wrap="square">
            <a:spAutoFit/>
          </a:bodyPr>
          <a:lstStyle/>
          <a:p>
            <a:r>
              <a:rPr lang="en-GB" sz="1400" dirty="0"/>
              <a:t>The Hash Function used here is one I made up as an example, to show that the function can be simple</a:t>
            </a:r>
          </a:p>
          <a:p>
            <a:endParaRPr lang="en-GB" sz="1400" dirty="0"/>
          </a:p>
          <a:p>
            <a:r>
              <a:rPr lang="en-GB" sz="1400" dirty="0"/>
              <a:t>Proper Hash Functions are more sophisticated and do much better than this, but are cheap to execute. They need to be able to generate uniform distributions even when the keys </a:t>
            </a:r>
            <a:r>
              <a:rPr lang="en-GB" sz="1400" dirty="0" err="1"/>
              <a:t>form“clusters</a:t>
            </a:r>
            <a:r>
              <a:rPr lang="en-GB" sz="1400" dirty="0"/>
              <a:t>”, e.g. “</a:t>
            </a:r>
            <a:r>
              <a:rPr lang="en-GB" sz="1400" dirty="0" err="1"/>
              <a:t>aaaaaaaab</a:t>
            </a:r>
            <a:r>
              <a:rPr lang="en-GB" sz="1400" dirty="0"/>
              <a:t>”, “</a:t>
            </a:r>
            <a:r>
              <a:rPr lang="en-GB" sz="1400" dirty="0" err="1"/>
              <a:t>aaaaaaaac</a:t>
            </a:r>
            <a:r>
              <a:rPr lang="en-GB" sz="1400" dirty="0"/>
              <a:t>”, “</a:t>
            </a:r>
            <a:r>
              <a:rPr lang="en-GB" sz="1400" dirty="0" err="1"/>
              <a:t>aaaaaaaad</a:t>
            </a:r>
            <a:r>
              <a:rPr lang="en-GB" sz="1400" dirty="0"/>
              <a:t>”, “x”, “y”</a:t>
            </a:r>
          </a:p>
        </p:txBody>
      </p:sp>
      <p:sp>
        <p:nvSpPr>
          <p:cNvPr id="9" name="TextBox 8">
            <a:extLst>
              <a:ext uri="{FF2B5EF4-FFF2-40B4-BE49-F238E27FC236}">
                <a16:creationId xmlns:a16="http://schemas.microsoft.com/office/drawing/2014/main" id="{F9B66F1F-CB23-A869-0793-9122FD5DA55E}"/>
              </a:ext>
            </a:extLst>
          </p:cNvPr>
          <p:cNvSpPr txBox="1"/>
          <p:nvPr/>
        </p:nvSpPr>
        <p:spPr>
          <a:xfrm>
            <a:off x="6431224" y="1087219"/>
            <a:ext cx="2207810" cy="646331"/>
          </a:xfrm>
          <a:prstGeom prst="rect">
            <a:avLst/>
          </a:prstGeom>
          <a:noFill/>
        </p:spPr>
        <p:txBody>
          <a:bodyPr wrap="square" rtlCol="0">
            <a:spAutoFit/>
          </a:bodyPr>
          <a:lstStyle/>
          <a:p>
            <a:r>
              <a:rPr lang="en-GB" dirty="0"/>
              <a:t>Array of 17 Hash Buckets</a:t>
            </a:r>
          </a:p>
        </p:txBody>
      </p:sp>
      <p:grpSp>
        <p:nvGrpSpPr>
          <p:cNvPr id="10" name="Group 9">
            <a:extLst>
              <a:ext uri="{FF2B5EF4-FFF2-40B4-BE49-F238E27FC236}">
                <a16:creationId xmlns:a16="http://schemas.microsoft.com/office/drawing/2014/main" id="{11AA8ADA-659D-672A-9172-DB2B1AB6B832}"/>
              </a:ext>
            </a:extLst>
          </p:cNvPr>
          <p:cNvGrpSpPr/>
          <p:nvPr/>
        </p:nvGrpSpPr>
        <p:grpSpPr>
          <a:xfrm>
            <a:off x="1666874" y="4210050"/>
            <a:ext cx="2200275" cy="747415"/>
            <a:chOff x="1666874" y="4210050"/>
            <a:chExt cx="2200275" cy="747415"/>
          </a:xfrm>
        </p:grpSpPr>
        <p:sp>
          <p:nvSpPr>
            <p:cNvPr id="8" name="TextBox 7">
              <a:extLst>
                <a:ext uri="{FF2B5EF4-FFF2-40B4-BE49-F238E27FC236}">
                  <a16:creationId xmlns:a16="http://schemas.microsoft.com/office/drawing/2014/main" id="{04DDBEFA-78DE-5DDE-553F-ED521DE8AC60}"/>
                </a:ext>
              </a:extLst>
            </p:cNvPr>
            <p:cNvSpPr txBox="1"/>
            <p:nvPr/>
          </p:nvSpPr>
          <p:spPr>
            <a:xfrm>
              <a:off x="1666874" y="4495800"/>
              <a:ext cx="2200275" cy="461665"/>
            </a:xfrm>
            <a:prstGeom prst="rect">
              <a:avLst/>
            </a:prstGeom>
            <a:noFill/>
          </p:spPr>
          <p:txBody>
            <a:bodyPr wrap="square" rtlCol="0">
              <a:spAutoFit/>
            </a:bodyPr>
            <a:lstStyle/>
            <a:p>
              <a:r>
                <a:rPr lang="en-GB" sz="1200" dirty="0"/>
                <a:t>ASCII code for each letter (or 121 if none)</a:t>
              </a:r>
            </a:p>
          </p:txBody>
        </p:sp>
        <p:cxnSp>
          <p:nvCxnSpPr>
            <p:cNvPr id="15" name="Straight Arrow Connector 14">
              <a:extLst>
                <a:ext uri="{FF2B5EF4-FFF2-40B4-BE49-F238E27FC236}">
                  <a16:creationId xmlns:a16="http://schemas.microsoft.com/office/drawing/2014/main" id="{BF015FAB-F4C7-2ACA-25D9-6DF5C9F43820}"/>
                </a:ext>
              </a:extLst>
            </p:cNvPr>
            <p:cNvCxnSpPr>
              <a:stCxn id="8" idx="0"/>
            </p:cNvCxnSpPr>
            <p:nvPr/>
          </p:nvCxnSpPr>
          <p:spPr>
            <a:xfrm flipH="1" flipV="1">
              <a:off x="1924050" y="4210050"/>
              <a:ext cx="842962" cy="2857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3497461-716E-0A20-BBB6-7E534FC6F57B}"/>
                </a:ext>
              </a:extLst>
            </p:cNvPr>
            <p:cNvCxnSpPr>
              <a:cxnSpLocks/>
              <a:stCxn id="8" idx="0"/>
            </p:cNvCxnSpPr>
            <p:nvPr/>
          </p:nvCxnSpPr>
          <p:spPr>
            <a:xfrm flipH="1" flipV="1">
              <a:off x="2543175" y="4238625"/>
              <a:ext cx="223837" cy="2571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CD888F8C-F108-95CC-D4EB-987C104D6E8F}"/>
                </a:ext>
              </a:extLst>
            </p:cNvPr>
            <p:cNvCxnSpPr>
              <a:cxnSpLocks/>
              <a:stCxn id="8" idx="0"/>
            </p:cNvCxnSpPr>
            <p:nvPr/>
          </p:nvCxnSpPr>
          <p:spPr>
            <a:xfrm flipV="1">
              <a:off x="2767012" y="4276725"/>
              <a:ext cx="309563" cy="2190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DBA5149-B247-FD1B-B7CD-86A2842F1D3C}"/>
                </a:ext>
              </a:extLst>
            </p:cNvPr>
            <p:cNvCxnSpPr>
              <a:cxnSpLocks/>
              <a:stCxn id="8" idx="0"/>
            </p:cNvCxnSpPr>
            <p:nvPr/>
          </p:nvCxnSpPr>
          <p:spPr>
            <a:xfrm flipV="1">
              <a:off x="2767012" y="4267200"/>
              <a:ext cx="766763" cy="228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766B16D3-8116-3AA1-26B5-C1AD84E4B1E4}"/>
              </a:ext>
            </a:extLst>
          </p:cNvPr>
          <p:cNvGrpSpPr/>
          <p:nvPr/>
        </p:nvGrpSpPr>
        <p:grpSpPr>
          <a:xfrm>
            <a:off x="4543425" y="1828800"/>
            <a:ext cx="2343150" cy="1323975"/>
            <a:chOff x="4543425" y="1828800"/>
            <a:chExt cx="2343150" cy="1323975"/>
          </a:xfrm>
        </p:grpSpPr>
        <p:cxnSp>
          <p:nvCxnSpPr>
            <p:cNvPr id="11" name="Connector: Elbow 10">
              <a:extLst>
                <a:ext uri="{FF2B5EF4-FFF2-40B4-BE49-F238E27FC236}">
                  <a16:creationId xmlns:a16="http://schemas.microsoft.com/office/drawing/2014/main" id="{9B87B00F-A0C8-4A74-EA52-BD1DB6C52CF8}"/>
                </a:ext>
              </a:extLst>
            </p:cNvPr>
            <p:cNvCxnSpPr>
              <a:cxnSpLocks/>
            </p:cNvCxnSpPr>
            <p:nvPr/>
          </p:nvCxnSpPr>
          <p:spPr>
            <a:xfrm>
              <a:off x="4619625" y="2600325"/>
              <a:ext cx="2266950" cy="55245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BE653A45-62FA-7507-1BAB-26943041DA4A}"/>
                </a:ext>
              </a:extLst>
            </p:cNvPr>
            <p:cNvSpPr txBox="1"/>
            <p:nvPr/>
          </p:nvSpPr>
          <p:spPr>
            <a:xfrm>
              <a:off x="4543425" y="1828800"/>
              <a:ext cx="1266825" cy="769441"/>
            </a:xfrm>
            <a:prstGeom prst="rect">
              <a:avLst/>
            </a:prstGeom>
            <a:noFill/>
          </p:spPr>
          <p:txBody>
            <a:bodyPr wrap="square" rtlCol="0">
              <a:spAutoFit/>
            </a:bodyPr>
            <a:lstStyle/>
            <a:p>
              <a:r>
                <a:rPr lang="en-GB" sz="1100" dirty="0"/>
                <a:t>Hash function is a function of each letter in the Key</a:t>
              </a:r>
            </a:p>
          </p:txBody>
        </p:sp>
      </p:grpSp>
      <p:grpSp>
        <p:nvGrpSpPr>
          <p:cNvPr id="14" name="Group 13">
            <a:extLst>
              <a:ext uri="{FF2B5EF4-FFF2-40B4-BE49-F238E27FC236}">
                <a16:creationId xmlns:a16="http://schemas.microsoft.com/office/drawing/2014/main" id="{4148E0F5-B597-9F68-A731-FD3348238177}"/>
              </a:ext>
            </a:extLst>
          </p:cNvPr>
          <p:cNvGrpSpPr/>
          <p:nvPr/>
        </p:nvGrpSpPr>
        <p:grpSpPr>
          <a:xfrm>
            <a:off x="9183329" y="5090037"/>
            <a:ext cx="2815098" cy="1169551"/>
            <a:chOff x="8367252" y="4972050"/>
            <a:chExt cx="2815098" cy="1169551"/>
          </a:xfrm>
        </p:grpSpPr>
        <p:sp>
          <p:nvSpPr>
            <p:cNvPr id="27" name="TextBox 26">
              <a:extLst>
                <a:ext uri="{FF2B5EF4-FFF2-40B4-BE49-F238E27FC236}">
                  <a16:creationId xmlns:a16="http://schemas.microsoft.com/office/drawing/2014/main" id="{E35D0B69-1B70-610B-3101-7E62F07C2345}"/>
                </a:ext>
              </a:extLst>
            </p:cNvPr>
            <p:cNvSpPr txBox="1"/>
            <p:nvPr/>
          </p:nvSpPr>
          <p:spPr>
            <a:xfrm>
              <a:off x="9077325" y="4972050"/>
              <a:ext cx="2105025" cy="1169551"/>
            </a:xfrm>
            <a:prstGeom prst="rect">
              <a:avLst/>
            </a:prstGeom>
            <a:noFill/>
          </p:spPr>
          <p:txBody>
            <a:bodyPr wrap="square" rtlCol="0">
              <a:spAutoFit/>
            </a:bodyPr>
            <a:lstStyle/>
            <a:p>
              <a:r>
                <a:rPr lang="en-GB" sz="1400" dirty="0"/>
                <a:t>The 17 means that we are generating for an array of 17 buckets. Prime numbers are generally a good idea.</a:t>
              </a:r>
            </a:p>
          </p:txBody>
        </p:sp>
        <p:cxnSp>
          <p:nvCxnSpPr>
            <p:cNvPr id="29" name="Straight Arrow Connector 28">
              <a:extLst>
                <a:ext uri="{FF2B5EF4-FFF2-40B4-BE49-F238E27FC236}">
                  <a16:creationId xmlns:a16="http://schemas.microsoft.com/office/drawing/2014/main" id="{6EF55AB6-F72D-5A23-706E-5916DB9063B9}"/>
                </a:ext>
              </a:extLst>
            </p:cNvPr>
            <p:cNvCxnSpPr>
              <a:cxnSpLocks/>
              <a:stCxn id="27" idx="1"/>
              <a:endCxn id="19" idx="3"/>
            </p:cNvCxnSpPr>
            <p:nvPr/>
          </p:nvCxnSpPr>
          <p:spPr>
            <a:xfrm flipH="1" flipV="1">
              <a:off x="8367252" y="4993940"/>
              <a:ext cx="710073" cy="5628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3" name="Group 12">
            <a:extLst>
              <a:ext uri="{FF2B5EF4-FFF2-40B4-BE49-F238E27FC236}">
                <a16:creationId xmlns:a16="http://schemas.microsoft.com/office/drawing/2014/main" id="{2DC1157B-A647-40DB-222D-37E356E50B20}"/>
              </a:ext>
            </a:extLst>
          </p:cNvPr>
          <p:cNvGrpSpPr/>
          <p:nvPr/>
        </p:nvGrpSpPr>
        <p:grpSpPr>
          <a:xfrm>
            <a:off x="8143875" y="2800350"/>
            <a:ext cx="3581400" cy="352425"/>
            <a:chOff x="8143875" y="2800350"/>
            <a:chExt cx="3581400" cy="352425"/>
          </a:xfrm>
        </p:grpSpPr>
        <p:sp>
          <p:nvSpPr>
            <p:cNvPr id="32" name="TextBox 31">
              <a:extLst>
                <a:ext uri="{FF2B5EF4-FFF2-40B4-BE49-F238E27FC236}">
                  <a16:creationId xmlns:a16="http://schemas.microsoft.com/office/drawing/2014/main" id="{F912A79D-8521-93C2-5355-D43048460715}"/>
                </a:ext>
              </a:extLst>
            </p:cNvPr>
            <p:cNvSpPr txBox="1"/>
            <p:nvPr/>
          </p:nvSpPr>
          <p:spPr>
            <a:xfrm>
              <a:off x="9201150" y="2800350"/>
              <a:ext cx="2524125" cy="307777"/>
            </a:xfrm>
            <a:prstGeom prst="rect">
              <a:avLst/>
            </a:prstGeom>
            <a:noFill/>
          </p:spPr>
          <p:txBody>
            <a:bodyPr wrap="square" rtlCol="0">
              <a:spAutoFit/>
            </a:bodyPr>
            <a:lstStyle/>
            <a:p>
              <a:r>
                <a:rPr lang="en-GB" sz="1400" dirty="0"/>
                <a:t>“MSFT” is stored in bucket 7</a:t>
              </a:r>
              <a:endParaRPr lang="en-GB" dirty="0"/>
            </a:p>
          </p:txBody>
        </p:sp>
        <p:cxnSp>
          <p:nvCxnSpPr>
            <p:cNvPr id="34" name="Straight Arrow Connector 33">
              <a:extLst>
                <a:ext uri="{FF2B5EF4-FFF2-40B4-BE49-F238E27FC236}">
                  <a16:creationId xmlns:a16="http://schemas.microsoft.com/office/drawing/2014/main" id="{01FF3DD1-1440-8D9F-CEF1-24F9402BA06F}"/>
                </a:ext>
              </a:extLst>
            </p:cNvPr>
            <p:cNvCxnSpPr>
              <a:cxnSpLocks/>
              <a:stCxn id="32" idx="1"/>
            </p:cNvCxnSpPr>
            <p:nvPr/>
          </p:nvCxnSpPr>
          <p:spPr>
            <a:xfrm flipH="1">
              <a:off x="8143875" y="2954239"/>
              <a:ext cx="1057275" cy="1985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FA1F9BC3-4E2D-33C3-42FC-079D769B7B3A}"/>
              </a:ext>
            </a:extLst>
          </p:cNvPr>
          <p:cNvGrpSpPr/>
          <p:nvPr/>
        </p:nvGrpSpPr>
        <p:grpSpPr>
          <a:xfrm>
            <a:off x="3972232" y="4208206"/>
            <a:ext cx="5211097" cy="1088387"/>
            <a:chOff x="3972232" y="4208206"/>
            <a:chExt cx="5211097" cy="1088387"/>
          </a:xfrm>
        </p:grpSpPr>
        <p:sp>
          <p:nvSpPr>
            <p:cNvPr id="19" name="TextBox 18">
              <a:extLst>
                <a:ext uri="{FF2B5EF4-FFF2-40B4-BE49-F238E27FC236}">
                  <a16:creationId xmlns:a16="http://schemas.microsoft.com/office/drawing/2014/main" id="{9312B116-6726-C28D-03B8-97F1B5A45A2C}"/>
                </a:ext>
              </a:extLst>
            </p:cNvPr>
            <p:cNvSpPr txBox="1"/>
            <p:nvPr/>
          </p:nvSpPr>
          <p:spPr>
            <a:xfrm>
              <a:off x="3972232" y="4927261"/>
              <a:ext cx="5211097" cy="369332"/>
            </a:xfrm>
            <a:prstGeom prst="rect">
              <a:avLst/>
            </a:prstGeom>
            <a:noFill/>
          </p:spPr>
          <p:txBody>
            <a:bodyPr wrap="square">
              <a:spAutoFit/>
            </a:bodyPr>
            <a:lstStyle/>
            <a:p>
              <a:r>
                <a:rPr lang="en-GB" sz="1800" i="1" dirty="0">
                  <a:latin typeface="Cambria Math" panose="02040503050406030204" pitchFamily="18" charset="0"/>
                  <a:ea typeface="Cambria Math" panose="02040503050406030204" pitchFamily="18" charset="0"/>
                </a:rPr>
                <a:t>= </a:t>
              </a:r>
              <a:r>
                <a:rPr lang="en-GB" sz="1400" i="1" dirty="0">
                  <a:latin typeface="Cambria Math" panose="02040503050406030204" pitchFamily="18" charset="0"/>
                  <a:ea typeface="Cambria Math" panose="02040503050406030204" pitchFamily="18" charset="0"/>
                </a:rPr>
                <a:t>(Letter1*131 + Letter2*137 + Letter3*47 + Letter4*23) </a:t>
              </a:r>
              <a:r>
                <a:rPr lang="en-GB" sz="1400" b="1" i="1" dirty="0">
                  <a:latin typeface="Cambria Math" panose="02040503050406030204" pitchFamily="18" charset="0"/>
                  <a:ea typeface="Cambria Math" panose="02040503050406030204" pitchFamily="18" charset="0"/>
                </a:rPr>
                <a:t>% 17</a:t>
              </a:r>
              <a:endParaRPr lang="en-GB" sz="1800" b="1" i="1" dirty="0">
                <a:latin typeface="Cambria Math" panose="02040503050406030204" pitchFamily="18" charset="0"/>
                <a:ea typeface="Cambria Math" panose="02040503050406030204" pitchFamily="18" charset="0"/>
              </a:endParaRPr>
            </a:p>
          </p:txBody>
        </p:sp>
        <p:cxnSp>
          <p:nvCxnSpPr>
            <p:cNvPr id="22" name="Straight Arrow Connector 21">
              <a:extLst>
                <a:ext uri="{FF2B5EF4-FFF2-40B4-BE49-F238E27FC236}">
                  <a16:creationId xmlns:a16="http://schemas.microsoft.com/office/drawing/2014/main" id="{4797A9D7-6782-A0D1-8A00-3FC56BDE9263}"/>
                </a:ext>
              </a:extLst>
            </p:cNvPr>
            <p:cNvCxnSpPr/>
            <p:nvPr/>
          </p:nvCxnSpPr>
          <p:spPr>
            <a:xfrm flipV="1">
              <a:off x="4306529" y="4208206"/>
              <a:ext cx="0" cy="7964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092811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30DF-6C2F-614D-4EC8-4FAEABB3E7E9}"/>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616BAC8C-BE35-EF16-E899-1AAD0BCE0E5A}"/>
              </a:ext>
            </a:extLst>
          </p:cNvPr>
          <p:cNvSpPr>
            <a:spLocks noGrp="1"/>
          </p:cNvSpPr>
          <p:nvPr>
            <p:ph idx="1"/>
          </p:nvPr>
        </p:nvSpPr>
        <p:spPr/>
        <p:txBody>
          <a:bodyPr>
            <a:normAutofit fontScale="92500" lnSpcReduction="20000"/>
          </a:bodyPr>
          <a:lstStyle/>
          <a:p>
            <a:r>
              <a:rPr lang="en-GB" dirty="0"/>
              <a:t>Unordered</a:t>
            </a:r>
          </a:p>
          <a:p>
            <a:pPr lvl="1"/>
            <a:r>
              <a:rPr lang="en-GB" dirty="0"/>
              <a:t>There’s no concept of order in a hash set.</a:t>
            </a:r>
          </a:p>
          <a:p>
            <a:pPr lvl="1"/>
            <a:r>
              <a:rPr lang="en-GB" dirty="0"/>
              <a:t>So traversal of objects will return all the objects but the order is not specified</a:t>
            </a:r>
          </a:p>
          <a:p>
            <a:r>
              <a:rPr lang="en-GB" dirty="0"/>
              <a:t>Insertion</a:t>
            </a:r>
          </a:p>
          <a:p>
            <a:pPr lvl="1"/>
            <a:r>
              <a:rPr lang="en-GB" dirty="0"/>
              <a:t>Usually O(1) – Hash function is very fast, and so is random access into a contiguous array of buckets. Bucket array should be sized so that number of buckets is slightly more (about 30%) than number of objects to be stored.</a:t>
            </a:r>
          </a:p>
          <a:p>
            <a:pPr lvl="1"/>
            <a:r>
              <a:rPr lang="en-GB" dirty="0"/>
              <a:t>Unfortunately, as more data is added, the array needs to be re-allocated, just like an ordinary array.</a:t>
            </a:r>
          </a:p>
          <a:p>
            <a:r>
              <a:rPr lang="en-GB" dirty="0"/>
              <a:t>Hash function requirements</a:t>
            </a:r>
          </a:p>
          <a:p>
            <a:pPr lvl="1"/>
            <a:r>
              <a:rPr lang="en-GB" dirty="0"/>
              <a:t>Needs to generate a reasonably </a:t>
            </a:r>
            <a:r>
              <a:rPr lang="en-GB" b="1" dirty="0"/>
              <a:t>uniform distribution of bucket numbers</a:t>
            </a:r>
            <a:r>
              <a:rPr lang="en-GB" dirty="0"/>
              <a:t>. So it helps if the number of buckets is a prime number.</a:t>
            </a:r>
          </a:p>
          <a:p>
            <a:pPr lvl="1"/>
            <a:r>
              <a:rPr lang="en-GB" dirty="0"/>
              <a:t>It’s NOT a random function, but deterministic. Same </a:t>
            </a:r>
            <a:r>
              <a:rPr lang="en-GB" dirty="0" err="1"/>
              <a:t>key</a:t>
            </a:r>
            <a:r>
              <a:rPr lang="en-GB" dirty="0" err="1">
                <a:latin typeface="Cambria Math" panose="02040503050406030204" pitchFamily="18" charset="0"/>
                <a:ea typeface="Cambria Math" panose="02040503050406030204" pitchFamily="18" charset="0"/>
              </a:rPr>
              <a:t>⇾</a:t>
            </a:r>
            <a:r>
              <a:rPr lang="en-GB" dirty="0" err="1"/>
              <a:t>same</a:t>
            </a:r>
            <a:r>
              <a:rPr lang="en-GB" dirty="0"/>
              <a:t> bucket</a:t>
            </a:r>
          </a:p>
        </p:txBody>
      </p:sp>
    </p:spTree>
    <p:extLst>
      <p:ext uri="{BB962C8B-B14F-4D97-AF65-F5344CB8AC3E}">
        <p14:creationId xmlns:p14="http://schemas.microsoft.com/office/powerpoint/2010/main" val="1568911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20205-4726-FD88-37C6-A82D6AC9ABF4}"/>
              </a:ext>
            </a:extLst>
          </p:cNvPr>
          <p:cNvSpPr>
            <a:spLocks noGrp="1"/>
          </p:cNvSpPr>
          <p:nvPr>
            <p:ph type="title"/>
          </p:nvPr>
        </p:nvSpPr>
        <p:spPr/>
        <p:txBody>
          <a:bodyPr/>
          <a:lstStyle/>
          <a:p>
            <a:r>
              <a:rPr lang="en-GB" dirty="0"/>
              <a:t>Search</a:t>
            </a:r>
          </a:p>
        </p:txBody>
      </p:sp>
      <p:sp>
        <p:nvSpPr>
          <p:cNvPr id="3" name="Text Placeholder 2">
            <a:extLst>
              <a:ext uri="{FF2B5EF4-FFF2-40B4-BE49-F238E27FC236}">
                <a16:creationId xmlns:a16="http://schemas.microsoft.com/office/drawing/2014/main" id="{7D36E70E-78B6-3D5E-3BAD-0F4A441A2B49}"/>
              </a:ext>
            </a:extLst>
          </p:cNvPr>
          <p:cNvSpPr>
            <a:spLocks noGrp="1"/>
          </p:cNvSpPr>
          <p:nvPr>
            <p:ph type="body" idx="1"/>
          </p:nvPr>
        </p:nvSpPr>
        <p:spPr/>
        <p:txBody>
          <a:bodyPr/>
          <a:lstStyle/>
          <a:p>
            <a:r>
              <a:rPr lang="en-GB" dirty="0"/>
              <a:t>Find the object that matches the given item or key</a:t>
            </a:r>
          </a:p>
          <a:p>
            <a:r>
              <a:rPr lang="en-GB" dirty="0"/>
              <a:t>Examples of how different data structures support search</a:t>
            </a:r>
          </a:p>
        </p:txBody>
      </p:sp>
    </p:spTree>
    <p:extLst>
      <p:ext uri="{BB962C8B-B14F-4D97-AF65-F5344CB8AC3E}">
        <p14:creationId xmlns:p14="http://schemas.microsoft.com/office/powerpoint/2010/main" val="2852509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List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38200" y="1377951"/>
            <a:ext cx="10515600" cy="3695494"/>
          </a:xfrm>
        </p:spPr>
        <p:txBody>
          <a:bodyPr>
            <a:noAutofit/>
          </a:bodyPr>
          <a:lstStyle/>
          <a:p>
            <a:r>
              <a:rPr lang="en-GB" dirty="0">
                <a:latin typeface="Aptos" panose="020B0004020202020204" pitchFamily="34" charset="0"/>
              </a:rPr>
              <a:t>If the list is not already sorted, the only way is to scan every element – O(N)</a:t>
            </a:r>
          </a:p>
          <a:p>
            <a:pPr marL="0" indent="0">
              <a:buNone/>
            </a:pPr>
            <a:r>
              <a:rPr lang="en-GB" dirty="0">
                <a:latin typeface="Aptos" panose="020B0004020202020204" pitchFamily="34" charset="0"/>
                <a:cs typeface="Cascadia Code" panose="020B0609020000020004" pitchFamily="49" charset="0"/>
              </a:rPr>
              <a:t>    </a:t>
            </a:r>
          </a:p>
          <a:p>
            <a:pPr marL="0" indent="0">
              <a:buNone/>
            </a:pPr>
            <a:r>
              <a:rPr lang="en-GB" dirty="0">
                <a:latin typeface="Aptos" panose="020B0004020202020204" pitchFamily="34" charset="0"/>
                <a:cs typeface="Cascadia Code" panose="020B0609020000020004" pitchFamily="49" charset="0"/>
              </a:rPr>
              <a:t>   </a:t>
            </a:r>
            <a:r>
              <a:rPr lang="en-GB" sz="1400" dirty="0">
                <a:latin typeface="Cascadia Code" panose="020B0609020000020004" pitchFamily="49" charset="0"/>
                <a:cs typeface="Cascadia Code" panose="020B0609020000020004" pitchFamily="49" charset="0"/>
              </a:rPr>
              <a:t>for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in list {</a:t>
            </a:r>
          </a:p>
          <a:p>
            <a:pPr marL="0" indent="0">
              <a:buNone/>
            </a:pPr>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 item </a:t>
            </a:r>
          </a:p>
          <a:p>
            <a:pPr marL="0" indent="0">
              <a:buNone/>
            </a:pPr>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a:t>
            </a:r>
          </a:p>
          <a:p>
            <a:pPr marL="0" indent="0">
              <a:buNone/>
            </a:pPr>
            <a:r>
              <a:rPr lang="en-GB" sz="1400" dirty="0">
                <a:latin typeface="Cascadia Code" panose="020B0609020000020004" pitchFamily="49" charset="0"/>
                <a:cs typeface="Cascadia Code" panose="020B0609020000020004" pitchFamily="49" charset="0"/>
              </a:rPr>
              <a:t>    }</a:t>
            </a:r>
          </a:p>
          <a:p>
            <a:pPr marL="0" indent="0">
              <a:buNone/>
            </a:pPr>
            <a:r>
              <a:rPr lang="en-GB" sz="1400" dirty="0">
                <a:latin typeface="Cascadia Code" panose="020B0609020000020004" pitchFamily="49" charset="0"/>
                <a:cs typeface="Cascadia Code" panose="020B0609020000020004" pitchFamily="49" charset="0"/>
              </a:rPr>
              <a:t>    return NOT_FOUND;</a:t>
            </a:r>
          </a:p>
          <a:p>
            <a:pPr lvl="2"/>
            <a:endParaRPr lang="en-GB" sz="2800" dirty="0">
              <a:latin typeface="Aptos" panose="020B0004020202020204" pitchFamily="34" charset="0"/>
            </a:endParaRPr>
          </a:p>
        </p:txBody>
      </p:sp>
    </p:spTree>
    <p:extLst>
      <p:ext uri="{BB962C8B-B14F-4D97-AF65-F5344CB8AC3E}">
        <p14:creationId xmlns:p14="http://schemas.microsoft.com/office/powerpoint/2010/main" val="21768079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List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38200" y="1377951"/>
            <a:ext cx="10515600" cy="1012824"/>
          </a:xfrm>
        </p:spPr>
        <p:txBody>
          <a:bodyPr>
            <a:normAutofit/>
          </a:bodyPr>
          <a:lstStyle/>
          <a:p>
            <a:r>
              <a:rPr lang="en-GB" dirty="0"/>
              <a:t>If many different searches will be needed, then it will be worth pre-sorting the list once into an array. Then use a </a:t>
            </a:r>
            <a:r>
              <a:rPr lang="en-GB" b="1" dirty="0"/>
              <a:t>binary search*</a:t>
            </a:r>
            <a:r>
              <a:rPr lang="en-GB" dirty="0"/>
              <a:t>:</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876300" y="2381250"/>
            <a:ext cx="6505575" cy="3600986"/>
          </a:xfrm>
          <a:prstGeom prst="rect">
            <a:avLst/>
          </a:prstGeom>
          <a:noFill/>
        </p:spPr>
        <p:txBody>
          <a:bodyPr wrap="square" rtlCol="0">
            <a:spAutoFit/>
          </a:bodyPr>
          <a:lstStyle/>
          <a:p>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start, end) { //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start,end</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if end-start &gt; 1 {</a:t>
            </a:r>
          </a:p>
          <a:p>
            <a:r>
              <a:rPr lang="en-GB" sz="1400" dirty="0">
                <a:latin typeface="Cascadia Code" panose="020B0609020000020004" pitchFamily="49" charset="0"/>
                <a:cs typeface="Cascadia Code" panose="020B0609020000020004" pitchFamily="49" charset="0"/>
              </a:rPr>
              <a:t>    let mid = start + round((end-start)/2) // round to int</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[mid] &gt; item</a:t>
            </a: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start, mid);</a:t>
            </a:r>
          </a:p>
          <a:p>
            <a:r>
              <a:rPr lang="en-GB" sz="1400" dirty="0">
                <a:latin typeface="Cascadia Code" panose="020B0609020000020004" pitchFamily="49" charset="0"/>
                <a:cs typeface="Cascadia Code" panose="020B0609020000020004" pitchFamily="49" charset="0"/>
              </a:rPr>
              <a:t>    else</a:t>
            </a: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mid, end);</a:t>
            </a:r>
          </a:p>
          <a:p>
            <a:r>
              <a:rPr lang="en-GB" sz="1400" dirty="0">
                <a:latin typeface="Cascadia Code" panose="020B0609020000020004" pitchFamily="49" charset="0"/>
                <a:cs typeface="Cascadia Code" panose="020B0609020000020004" pitchFamily="49" charset="0"/>
              </a:rPr>
              <a:t>  }</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[start] == item</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[start];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a:t>
            </a:r>
          </a:p>
          <a:p>
            <a:r>
              <a:rPr lang="en-GB" sz="1400" dirty="0">
                <a:latin typeface="Cascadia Code" panose="020B0609020000020004" pitchFamily="49" charset="0"/>
                <a:cs typeface="Cascadia Code" panose="020B0609020000020004" pitchFamily="49" charset="0"/>
              </a:rPr>
              <a:t>    return NOT_FOUND;</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675921" y="4606105"/>
            <a:ext cx="3562350" cy="646331"/>
          </a:xfrm>
          <a:prstGeom prst="rect">
            <a:avLst/>
          </a:prstGeom>
          <a:noFill/>
        </p:spPr>
        <p:txBody>
          <a:bodyPr wrap="square" rtlCol="0">
            <a:spAutoFit/>
          </a:bodyPr>
          <a:lstStyle/>
          <a:p>
            <a:r>
              <a:rPr lang="en-GB" dirty="0"/>
              <a:t>Search on an array like this will be O(log N) so faster than O(N)</a:t>
            </a:r>
          </a:p>
        </p:txBody>
      </p:sp>
      <p:sp>
        <p:nvSpPr>
          <p:cNvPr id="6" name="TextBox 5">
            <a:extLst>
              <a:ext uri="{FF2B5EF4-FFF2-40B4-BE49-F238E27FC236}">
                <a16:creationId xmlns:a16="http://schemas.microsoft.com/office/drawing/2014/main" id="{0FBD0C75-3E6E-ED26-ADF5-3E44E0B7A1EF}"/>
              </a:ext>
            </a:extLst>
          </p:cNvPr>
          <p:cNvSpPr txBox="1"/>
          <p:nvPr/>
        </p:nvSpPr>
        <p:spPr>
          <a:xfrm>
            <a:off x="7677150" y="5619750"/>
            <a:ext cx="4133850" cy="646331"/>
          </a:xfrm>
          <a:prstGeom prst="rect">
            <a:avLst/>
          </a:prstGeom>
          <a:noFill/>
        </p:spPr>
        <p:txBody>
          <a:bodyPr wrap="square" rtlCol="0">
            <a:spAutoFit/>
          </a:bodyPr>
          <a:lstStyle/>
          <a:p>
            <a:r>
              <a:rPr lang="en-GB" b="1" dirty="0"/>
              <a:t>*</a:t>
            </a:r>
            <a:r>
              <a:rPr lang="en-GB" dirty="0"/>
              <a:t>not to be confused with a</a:t>
            </a:r>
            <a:r>
              <a:rPr lang="en-GB" b="1" dirty="0"/>
              <a:t> Binary Search Tree search</a:t>
            </a:r>
            <a:r>
              <a:rPr lang="en-GB" dirty="0"/>
              <a:t>, which comes later</a:t>
            </a:r>
          </a:p>
        </p:txBody>
      </p:sp>
      <p:sp>
        <p:nvSpPr>
          <p:cNvPr id="8" name="TextBox 7">
            <a:extLst>
              <a:ext uri="{FF2B5EF4-FFF2-40B4-BE49-F238E27FC236}">
                <a16:creationId xmlns:a16="http://schemas.microsoft.com/office/drawing/2014/main" id="{E8BC994D-24AE-EA15-955D-E933BEB0AAE6}"/>
              </a:ext>
            </a:extLst>
          </p:cNvPr>
          <p:cNvSpPr txBox="1"/>
          <p:nvPr/>
        </p:nvSpPr>
        <p:spPr>
          <a:xfrm>
            <a:off x="7502013" y="2408903"/>
            <a:ext cx="4168877" cy="1200329"/>
          </a:xfrm>
          <a:prstGeom prst="rect">
            <a:avLst/>
          </a:prstGeom>
          <a:noFill/>
        </p:spPr>
        <p:txBody>
          <a:bodyPr wrap="square" rtlCol="0">
            <a:spAutoFit/>
          </a:bodyPr>
          <a:lstStyle/>
          <a:p>
            <a:r>
              <a:rPr lang="en-GB" dirty="0"/>
              <a:t>Strategy: Divide the array into two halves, then decide which half our search target is in. And repeat the operation on that half.</a:t>
            </a:r>
          </a:p>
        </p:txBody>
      </p:sp>
    </p:spTree>
    <p:extLst>
      <p:ext uri="{BB962C8B-B14F-4D97-AF65-F5344CB8AC3E}">
        <p14:creationId xmlns:p14="http://schemas.microsoft.com/office/powerpoint/2010/main" val="111833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2" presetClass="entr" presetSubtype="4" fill="hold" nodeType="clickEffect">
                                  <p:stCondLst>
                                    <p:cond delay="0"/>
                                  </p:stCondLst>
                                  <p:childTnLst>
                                    <p:set>
                                      <p:cBhvr>
                                        <p:cTn id="15" dur="1" fill="hold">
                                          <p:stCondLst>
                                            <p:cond delay="0"/>
                                          </p:stCondLst>
                                        </p:cTn>
                                        <p:tgtEl>
                                          <p:spTgt spid="4">
                                            <p:txEl>
                                              <p:pRg st="2" end="2"/>
                                            </p:txEl>
                                          </p:spTgt>
                                        </p:tgtEl>
                                        <p:attrNameLst>
                                          <p:attrName>style.visibility</p:attrName>
                                        </p:attrNameLst>
                                      </p:cBhvr>
                                      <p:to>
                                        <p:strVal val="visible"/>
                                      </p:to>
                                    </p:set>
                                    <p:anim calcmode="lin" valueType="num">
                                      <p:cBhvr additive="base">
                                        <p:cTn id="16"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4">
                                            <p:txEl>
                                              <p:pRg st="2" end="2"/>
                                            </p:txEl>
                                          </p:spTgt>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 calcmode="lin" valueType="num">
                                      <p:cBhvr additive="base">
                                        <p:cTn id="20"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4">
                                            <p:txEl>
                                              <p:pRg st="3" end="3"/>
                                            </p:txEl>
                                          </p:spTgt>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 calcmode="lin" valueType="num">
                                      <p:cBhvr additive="base">
                                        <p:cTn id="24"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4">
                                            <p:txEl>
                                              <p:pRg st="4" end="4"/>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4">
                                            <p:txEl>
                                              <p:pRg st="5" end="5"/>
                                            </p:txEl>
                                          </p:spTgt>
                                        </p:tgtEl>
                                        <p:attrNameLst>
                                          <p:attrName>style.visibility</p:attrName>
                                        </p:attrNameLst>
                                      </p:cBhvr>
                                      <p:to>
                                        <p:strVal val="visible"/>
                                      </p:to>
                                    </p:set>
                                    <p:anim calcmode="lin" valueType="num">
                                      <p:cBhvr additive="base">
                                        <p:cTn id="28"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4">
                                            <p:txEl>
                                              <p:pRg st="5" end="5"/>
                                            </p:txEl>
                                          </p:spTgt>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4">
                                            <p:txEl>
                                              <p:pRg st="6" end="6"/>
                                            </p:txEl>
                                          </p:spTgt>
                                        </p:tgtEl>
                                        <p:attrNameLst>
                                          <p:attrName>style.visibility</p:attrName>
                                        </p:attrNameLst>
                                      </p:cBhvr>
                                      <p:to>
                                        <p:strVal val="visible"/>
                                      </p:to>
                                    </p:set>
                                    <p:anim calcmode="lin" valueType="num">
                                      <p:cBhvr additive="base">
                                        <p:cTn id="32"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nodeType="clickEffect">
                                  <p:stCondLst>
                                    <p:cond delay="0"/>
                                  </p:stCondLst>
                                  <p:childTnLst>
                                    <p:set>
                                      <p:cBhvr>
                                        <p:cTn id="37" dur="1" fill="hold">
                                          <p:stCondLst>
                                            <p:cond delay="0"/>
                                          </p:stCondLst>
                                        </p:cTn>
                                        <p:tgtEl>
                                          <p:spTgt spid="4">
                                            <p:txEl>
                                              <p:pRg st="9" end="9"/>
                                            </p:txEl>
                                          </p:spTgt>
                                        </p:tgtEl>
                                        <p:attrNameLst>
                                          <p:attrName>style.visibility</p:attrName>
                                        </p:attrNameLst>
                                      </p:cBhvr>
                                      <p:to>
                                        <p:strVal val="visible"/>
                                      </p:to>
                                    </p:set>
                                    <p:anim calcmode="lin" valueType="num">
                                      <p:cBhvr additive="base">
                                        <p:cTn id="38"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9" dur="500" fill="hold"/>
                                        <p:tgtEl>
                                          <p:spTgt spid="4">
                                            <p:txEl>
                                              <p:pRg st="9" end="9"/>
                                            </p:txEl>
                                          </p:spTgt>
                                        </p:tgtEl>
                                        <p:attrNameLst>
                                          <p:attrName>ppt_y</p:attrName>
                                        </p:attrNameLst>
                                      </p:cBhvr>
                                      <p:tavLst>
                                        <p:tav tm="0">
                                          <p:val>
                                            <p:strVal val="1+#ppt_h/2"/>
                                          </p:val>
                                        </p:tav>
                                        <p:tav tm="100000">
                                          <p:val>
                                            <p:strVal val="#ppt_y"/>
                                          </p:val>
                                        </p:tav>
                                      </p:tavLst>
                                    </p:anim>
                                  </p:childTnLst>
                                </p:cTn>
                              </p:par>
                              <p:par>
                                <p:cTn id="40" presetID="2" presetClass="entr" presetSubtype="4" fill="hold" nodeType="withEffect">
                                  <p:stCondLst>
                                    <p:cond delay="0"/>
                                  </p:stCondLst>
                                  <p:childTnLst>
                                    <p:set>
                                      <p:cBhvr>
                                        <p:cTn id="41" dur="1" fill="hold">
                                          <p:stCondLst>
                                            <p:cond delay="0"/>
                                          </p:stCondLst>
                                        </p:cTn>
                                        <p:tgtEl>
                                          <p:spTgt spid="4">
                                            <p:txEl>
                                              <p:pRg st="10" end="10"/>
                                            </p:txEl>
                                          </p:spTgt>
                                        </p:tgtEl>
                                        <p:attrNameLst>
                                          <p:attrName>style.visibility</p:attrName>
                                        </p:attrNameLst>
                                      </p:cBhvr>
                                      <p:to>
                                        <p:strVal val="visible"/>
                                      </p:to>
                                    </p:set>
                                    <p:anim calcmode="lin" valueType="num">
                                      <p:cBhvr additive="base">
                                        <p:cTn id="42" dur="5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43" dur="500" fill="hold"/>
                                        <p:tgtEl>
                                          <p:spTgt spid="4">
                                            <p:txEl>
                                              <p:pRg st="10" end="10"/>
                                            </p:txEl>
                                          </p:spTgt>
                                        </p:tgtEl>
                                        <p:attrNameLst>
                                          <p:attrName>ppt_y</p:attrName>
                                        </p:attrNameLst>
                                      </p:cBhvr>
                                      <p:tavLst>
                                        <p:tav tm="0">
                                          <p:val>
                                            <p:strVal val="1+#ppt_h/2"/>
                                          </p:val>
                                        </p:tav>
                                        <p:tav tm="100000">
                                          <p:val>
                                            <p:strVal val="#ppt_y"/>
                                          </p:val>
                                        </p:tav>
                                      </p:tavLst>
                                    </p:anim>
                                  </p:childTnLst>
                                </p:cTn>
                              </p:par>
                              <p:par>
                                <p:cTn id="44" presetID="2" presetClass="entr" presetSubtype="4" fill="hold" nodeType="withEffect">
                                  <p:stCondLst>
                                    <p:cond delay="0"/>
                                  </p:stCondLst>
                                  <p:childTnLst>
                                    <p:set>
                                      <p:cBhvr>
                                        <p:cTn id="45" dur="1" fill="hold">
                                          <p:stCondLst>
                                            <p:cond delay="0"/>
                                          </p:stCondLst>
                                        </p:cTn>
                                        <p:tgtEl>
                                          <p:spTgt spid="4">
                                            <p:txEl>
                                              <p:pRg st="12" end="12"/>
                                            </p:txEl>
                                          </p:spTgt>
                                        </p:tgtEl>
                                        <p:attrNameLst>
                                          <p:attrName>style.visibility</p:attrName>
                                        </p:attrNameLst>
                                      </p:cBhvr>
                                      <p:to>
                                        <p:strVal val="visible"/>
                                      </p:to>
                                    </p:set>
                                    <p:anim calcmode="lin" valueType="num">
                                      <p:cBhvr additive="base">
                                        <p:cTn id="46" dur="500" fill="hold"/>
                                        <p:tgtEl>
                                          <p:spTgt spid="4">
                                            <p:txEl>
                                              <p:pRg st="12" end="12"/>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4">
                                            <p:txEl>
                                              <p:pRg st="12" end="12"/>
                                            </p:txEl>
                                          </p:spTgt>
                                        </p:tgtEl>
                                        <p:attrNameLst>
                                          <p:attrName>ppt_y</p:attrName>
                                        </p:attrNameLst>
                                      </p:cBhvr>
                                      <p:tavLst>
                                        <p:tav tm="0">
                                          <p:val>
                                            <p:strVal val="1+#ppt_h/2"/>
                                          </p:val>
                                        </p:tav>
                                        <p:tav tm="100000">
                                          <p:val>
                                            <p:strVal val="#ppt_y"/>
                                          </p:val>
                                        </p:tav>
                                      </p:tavLst>
                                    </p:anim>
                                  </p:childTnLst>
                                </p:cTn>
                              </p:par>
                              <p:par>
                                <p:cTn id="48" presetID="2" presetClass="entr" presetSubtype="4" fill="hold" nodeType="withEffect">
                                  <p:stCondLst>
                                    <p:cond delay="0"/>
                                  </p:stCondLst>
                                  <p:childTnLst>
                                    <p:set>
                                      <p:cBhvr>
                                        <p:cTn id="49" dur="1" fill="hold">
                                          <p:stCondLst>
                                            <p:cond delay="0"/>
                                          </p:stCondLst>
                                        </p:cTn>
                                        <p:tgtEl>
                                          <p:spTgt spid="4">
                                            <p:txEl>
                                              <p:pRg st="13" end="13"/>
                                            </p:txEl>
                                          </p:spTgt>
                                        </p:tgtEl>
                                        <p:attrNameLst>
                                          <p:attrName>style.visibility</p:attrName>
                                        </p:attrNameLst>
                                      </p:cBhvr>
                                      <p:to>
                                        <p:strVal val="visible"/>
                                      </p:to>
                                    </p:set>
                                    <p:anim calcmode="lin" valueType="num">
                                      <p:cBhvr additive="base">
                                        <p:cTn id="50" dur="500" fill="hold"/>
                                        <p:tgtEl>
                                          <p:spTgt spid="4">
                                            <p:txEl>
                                              <p:pRg st="13" end="13"/>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4">
                                            <p:txEl>
                                              <p:pRg st="13" end="13"/>
                                            </p:txEl>
                                          </p:spTgt>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5"/>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2CB23-E0DA-AD52-6A3B-76D11856EAF9}"/>
              </a:ext>
            </a:extLst>
          </p:cNvPr>
          <p:cNvSpPr>
            <a:spLocks noGrp="1"/>
          </p:cNvSpPr>
          <p:nvPr>
            <p:ph type="title"/>
          </p:nvPr>
        </p:nvSpPr>
        <p:spPr/>
        <p:txBody>
          <a:bodyPr/>
          <a:lstStyle/>
          <a:p>
            <a:r>
              <a:rPr lang="en-GB" dirty="0"/>
              <a:t>Binary search demo using git</a:t>
            </a:r>
          </a:p>
        </p:txBody>
      </p:sp>
      <p:sp>
        <p:nvSpPr>
          <p:cNvPr id="3" name="Content Placeholder 2">
            <a:extLst>
              <a:ext uri="{FF2B5EF4-FFF2-40B4-BE49-F238E27FC236}">
                <a16:creationId xmlns:a16="http://schemas.microsoft.com/office/drawing/2014/main" id="{0B1F69A7-0F89-ECFA-07D2-0F2FE7B71798}"/>
              </a:ext>
            </a:extLst>
          </p:cNvPr>
          <p:cNvSpPr>
            <a:spLocks noGrp="1"/>
          </p:cNvSpPr>
          <p:nvPr>
            <p:ph idx="1"/>
          </p:nvPr>
        </p:nvSpPr>
        <p:spPr/>
        <p:txBody>
          <a:bodyPr/>
          <a:lstStyle/>
          <a:p>
            <a:r>
              <a:rPr lang="en-GB" dirty="0"/>
              <a:t>git bisect</a:t>
            </a:r>
          </a:p>
          <a:p>
            <a:pPr lvl="1"/>
            <a:r>
              <a:rPr lang="fr-FR" dirty="0">
                <a:hlinkClick r:id="rId2"/>
              </a:rPr>
              <a:t>Git - git-</a:t>
            </a:r>
            <a:r>
              <a:rPr lang="fr-FR" dirty="0" err="1">
                <a:hlinkClick r:id="rId2"/>
              </a:rPr>
              <a:t>bisect</a:t>
            </a:r>
            <a:r>
              <a:rPr lang="fr-FR" dirty="0">
                <a:hlinkClick r:id="rId2"/>
              </a:rPr>
              <a:t> Documentation (git-scm.com)</a:t>
            </a:r>
            <a:endParaRPr lang="fr-FR" dirty="0"/>
          </a:p>
          <a:p>
            <a:pPr lvl="1"/>
            <a:endParaRPr lang="fr-FR" dirty="0"/>
          </a:p>
          <a:p>
            <a:r>
              <a:rPr lang="fr-FR" dirty="0"/>
              <a:t>Imagine </a:t>
            </a:r>
            <a:r>
              <a:rPr lang="fr-FR" dirty="0" err="1"/>
              <a:t>that</a:t>
            </a:r>
            <a:r>
              <a:rPr lang="fr-FR" dirty="0"/>
              <a:t> </a:t>
            </a:r>
            <a:r>
              <a:rPr lang="fr-FR" dirty="0" err="1"/>
              <a:t>we</a:t>
            </a:r>
            <a:r>
              <a:rPr lang="fr-FR" dirty="0"/>
              <a:t> have a large repo </a:t>
            </a:r>
            <a:r>
              <a:rPr lang="fr-FR" dirty="0" err="1"/>
              <a:t>with</a:t>
            </a:r>
            <a:r>
              <a:rPr lang="fr-FR" dirty="0"/>
              <a:t> a </a:t>
            </a:r>
            <a:r>
              <a:rPr lang="fr-FR" dirty="0" err="1"/>
              <a:t>very</a:t>
            </a:r>
            <a:r>
              <a:rPr lang="fr-FR" dirty="0"/>
              <a:t> long commit </a:t>
            </a:r>
            <a:r>
              <a:rPr lang="fr-FR" dirty="0" err="1"/>
              <a:t>history</a:t>
            </a:r>
            <a:r>
              <a:rPr lang="fr-FR" dirty="0"/>
              <a:t>…</a:t>
            </a:r>
          </a:p>
          <a:p>
            <a:pPr lvl="1"/>
            <a:r>
              <a:rPr lang="fr-FR" dirty="0" err="1"/>
              <a:t>It’s</a:t>
            </a:r>
            <a:r>
              <a:rPr lang="fr-FR" dirty="0"/>
              <a:t> been </a:t>
            </a:r>
            <a:r>
              <a:rPr lang="fr-FR" dirty="0" err="1"/>
              <a:t>realised</a:t>
            </a:r>
            <a:r>
              <a:rPr lang="fr-FR" dirty="0"/>
              <a:t> </a:t>
            </a:r>
            <a:r>
              <a:rPr lang="fr-FR" dirty="0" err="1"/>
              <a:t>that</a:t>
            </a:r>
            <a:r>
              <a:rPr lang="fr-FR" dirty="0"/>
              <a:t> </a:t>
            </a:r>
            <a:r>
              <a:rPr lang="fr-FR" dirty="0" err="1"/>
              <a:t>there</a:t>
            </a:r>
            <a:r>
              <a:rPr lang="fr-FR" dirty="0"/>
              <a:t> </a:t>
            </a:r>
            <a:r>
              <a:rPr lang="fr-FR" dirty="0" err="1"/>
              <a:t>is</a:t>
            </a:r>
            <a:r>
              <a:rPr lang="fr-FR" dirty="0"/>
              <a:t> a bug </a:t>
            </a:r>
            <a:r>
              <a:rPr lang="fr-FR" dirty="0" err="1"/>
              <a:t>that</a:t>
            </a:r>
            <a:r>
              <a:rPr lang="fr-FR" dirty="0"/>
              <a:t> </a:t>
            </a:r>
            <a:r>
              <a:rPr lang="fr-FR" dirty="0" err="1"/>
              <a:t>is</a:t>
            </a:r>
            <a:r>
              <a:rPr lang="fr-FR" dirty="0"/>
              <a:t> </a:t>
            </a:r>
            <a:r>
              <a:rPr lang="fr-FR" dirty="0" err="1"/>
              <a:t>triggered</a:t>
            </a:r>
            <a:r>
              <a:rPr lang="fr-FR" dirty="0"/>
              <a:t> by a use case for </a:t>
            </a:r>
            <a:r>
              <a:rPr lang="fr-FR" dirty="0" err="1"/>
              <a:t>which</a:t>
            </a:r>
            <a:r>
              <a:rPr lang="fr-FR" dirty="0"/>
              <a:t> </a:t>
            </a:r>
            <a:r>
              <a:rPr lang="fr-FR" dirty="0" err="1"/>
              <a:t>there</a:t>
            </a:r>
            <a:r>
              <a:rPr lang="fr-FR" dirty="0"/>
              <a:t> are no </a:t>
            </a:r>
            <a:r>
              <a:rPr lang="fr-FR" dirty="0" err="1"/>
              <a:t>automated</a:t>
            </a:r>
            <a:r>
              <a:rPr lang="fr-FR" dirty="0"/>
              <a:t> tests</a:t>
            </a:r>
          </a:p>
          <a:p>
            <a:pPr lvl="1"/>
            <a:r>
              <a:rPr lang="fr-FR" dirty="0" err="1"/>
              <a:t>Sadly</a:t>
            </a:r>
            <a:r>
              <a:rPr lang="fr-FR" dirty="0"/>
              <a:t> </a:t>
            </a:r>
            <a:r>
              <a:rPr lang="fr-FR" dirty="0" err="1"/>
              <a:t>it</a:t>
            </a:r>
            <a:r>
              <a:rPr lang="fr-FR" dirty="0"/>
              <a:t> looks like the bug </a:t>
            </a:r>
            <a:r>
              <a:rPr lang="fr-FR" dirty="0" err="1"/>
              <a:t>was</a:t>
            </a:r>
            <a:r>
              <a:rPr lang="fr-FR" dirty="0"/>
              <a:t> </a:t>
            </a:r>
            <a:r>
              <a:rPr lang="fr-FR" dirty="0" err="1"/>
              <a:t>introduced</a:t>
            </a:r>
            <a:r>
              <a:rPr lang="fr-FR" dirty="0"/>
              <a:t> </a:t>
            </a:r>
            <a:r>
              <a:rPr lang="fr-FR" dirty="0" err="1"/>
              <a:t>many</a:t>
            </a:r>
            <a:r>
              <a:rPr lang="fr-FR" dirty="0"/>
              <a:t> </a:t>
            </a:r>
            <a:r>
              <a:rPr lang="fr-FR" dirty="0" err="1"/>
              <a:t>commits</a:t>
            </a:r>
            <a:r>
              <a:rPr lang="fr-FR" dirty="0"/>
              <a:t> </a:t>
            </a:r>
            <a:r>
              <a:rPr lang="fr-FR" dirty="0" err="1"/>
              <a:t>ago</a:t>
            </a:r>
            <a:endParaRPr lang="en-GB" dirty="0"/>
          </a:p>
        </p:txBody>
      </p:sp>
    </p:spTree>
    <p:extLst>
      <p:ext uri="{BB962C8B-B14F-4D97-AF65-F5344CB8AC3E}">
        <p14:creationId xmlns:p14="http://schemas.microsoft.com/office/powerpoint/2010/main" val="1862430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Binary Search Tree</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19150" y="1349376"/>
            <a:ext cx="10515600" cy="498474"/>
          </a:xfrm>
        </p:spPr>
        <p:txBody>
          <a:bodyPr>
            <a:normAutofit/>
          </a:bodyPr>
          <a:lstStyle/>
          <a:p>
            <a:r>
              <a:rPr lang="en-GB" dirty="0"/>
              <a:t>The tree is built with the data in sorted order</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981075" y="2447925"/>
            <a:ext cx="6505575" cy="2954655"/>
          </a:xfrm>
          <a:prstGeom prst="rect">
            <a:avLst/>
          </a:prstGeom>
          <a:noFill/>
        </p:spPr>
        <p:txBody>
          <a:bodyPr wrap="square" rtlCol="0">
            <a:spAutoFit/>
          </a:bodyPr>
          <a:lstStyle/>
          <a:p>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node) {</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 item </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&lt; item &amp;&amp; </a:t>
            </a:r>
            <a:r>
              <a:rPr lang="en-GB" sz="1400" dirty="0" err="1">
                <a:latin typeface="Cascadia Code" panose="020B0609020000020004" pitchFamily="49" charset="0"/>
                <a:cs typeface="Cascadia Code" panose="020B0609020000020004" pitchFamily="49" charset="0"/>
              </a:rPr>
              <a:t>node.right</a:t>
            </a:r>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node.right</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&gt; item &amp;&amp; </a:t>
            </a:r>
            <a:r>
              <a:rPr lang="en-GB" sz="1400" dirty="0" err="1">
                <a:latin typeface="Cascadia Code" panose="020B0609020000020004" pitchFamily="49" charset="0"/>
                <a:cs typeface="Cascadia Code" panose="020B0609020000020004" pitchFamily="49" charset="0"/>
              </a:rPr>
              <a:t>node.left</a:t>
            </a:r>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node.left</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ERR_NOT_FOUND;</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715250" y="3514725"/>
            <a:ext cx="3562350" cy="923330"/>
          </a:xfrm>
          <a:prstGeom prst="rect">
            <a:avLst/>
          </a:prstGeom>
          <a:noFill/>
        </p:spPr>
        <p:txBody>
          <a:bodyPr wrap="square" rtlCol="0">
            <a:spAutoFit/>
          </a:bodyPr>
          <a:lstStyle/>
          <a:p>
            <a:r>
              <a:rPr lang="en-GB" dirty="0"/>
              <a:t>Search on a binary search tree is O(log N), one for each level of the tree</a:t>
            </a:r>
          </a:p>
        </p:txBody>
      </p:sp>
    </p:spTree>
    <p:extLst>
      <p:ext uri="{BB962C8B-B14F-4D97-AF65-F5344CB8AC3E}">
        <p14:creationId xmlns:p14="http://schemas.microsoft.com/office/powerpoint/2010/main" val="57186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 calcmode="lin" valueType="num">
                                      <p:cBhvr additive="base">
                                        <p:cTn id="12"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4">
                                            <p:txEl>
                                              <p:pRg st="1" end="1"/>
                                            </p:txEl>
                                          </p:spTgt>
                                        </p:tgtEl>
                                        <p:attrNameLst>
                                          <p:attrName>ppt_y</p:attrName>
                                        </p:attrNameLst>
                                      </p:cBhvr>
                                      <p:tavLst>
                                        <p:tav tm="0">
                                          <p:val>
                                            <p:strVal val="1+#ppt_h/2"/>
                                          </p:val>
                                        </p:tav>
                                        <p:tav tm="100000">
                                          <p:val>
                                            <p:strVal val="#ppt_y"/>
                                          </p:val>
                                        </p:tav>
                                      </p:tavLst>
                                    </p:anim>
                                  </p:childTnLst>
                                </p:cTn>
                              </p:par>
                              <p:par>
                                <p:cTn id="14" presetID="2" presetClass="entr" presetSubtype="4" fill="hold" nodeType="withEffect">
                                  <p:stCondLst>
                                    <p:cond delay="0"/>
                                  </p:stCondLst>
                                  <p:childTnLst>
                                    <p:set>
                                      <p:cBhvr>
                                        <p:cTn id="15" dur="1" fill="hold">
                                          <p:stCondLst>
                                            <p:cond delay="0"/>
                                          </p:stCondLst>
                                        </p:cTn>
                                        <p:tgtEl>
                                          <p:spTgt spid="4">
                                            <p:txEl>
                                              <p:pRg st="2" end="2"/>
                                            </p:txEl>
                                          </p:spTgt>
                                        </p:tgtEl>
                                        <p:attrNameLst>
                                          <p:attrName>style.visibility</p:attrName>
                                        </p:attrNameLst>
                                      </p:cBhvr>
                                      <p:to>
                                        <p:strVal val="visible"/>
                                      </p:to>
                                    </p:set>
                                    <p:anim calcmode="lin" valueType="num">
                                      <p:cBhvr additive="base">
                                        <p:cTn id="16"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4">
                                            <p:txEl>
                                              <p:pRg st="4" end="4"/>
                                            </p:txEl>
                                          </p:spTgt>
                                        </p:tgtEl>
                                        <p:attrNameLst>
                                          <p:attrName>style.visibility</p:attrName>
                                        </p:attrNameLst>
                                      </p:cBhvr>
                                      <p:to>
                                        <p:strVal val="visible"/>
                                      </p:to>
                                    </p:set>
                                    <p:anim calcmode="lin" valueType="num">
                                      <p:cBhvr additive="base">
                                        <p:cTn id="22"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4">
                                            <p:txEl>
                                              <p:pRg st="4" end="4"/>
                                            </p:txEl>
                                          </p:spTgt>
                                        </p:tgtEl>
                                        <p:attrNameLst>
                                          <p:attrName>ppt_y</p:attrName>
                                        </p:attrNameLst>
                                      </p:cBhvr>
                                      <p:tavLst>
                                        <p:tav tm="0">
                                          <p:val>
                                            <p:strVal val="1+#ppt_h/2"/>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 calcmode="lin" valueType="num">
                                      <p:cBhvr additive="base">
                                        <p:cTn id="26"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 calcmode="lin" valueType="num">
                                      <p:cBhvr additive="base">
                                        <p:cTn id="32"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
                                            <p:txEl>
                                              <p:pRg st="7" end="7"/>
                                            </p:txEl>
                                          </p:spTgt>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0"/>
                                  </p:stCondLst>
                                  <p:childTnLst>
                                    <p:set>
                                      <p:cBhvr>
                                        <p:cTn id="35" dur="1" fill="hold">
                                          <p:stCondLst>
                                            <p:cond delay="0"/>
                                          </p:stCondLst>
                                        </p:cTn>
                                        <p:tgtEl>
                                          <p:spTgt spid="4">
                                            <p:txEl>
                                              <p:pRg st="8" end="8"/>
                                            </p:txEl>
                                          </p:spTgt>
                                        </p:tgtEl>
                                        <p:attrNameLst>
                                          <p:attrName>style.visibility</p:attrName>
                                        </p:attrNameLst>
                                      </p:cBhvr>
                                      <p:to>
                                        <p:strVal val="visible"/>
                                      </p:to>
                                    </p:set>
                                    <p:anim calcmode="lin" valueType="num">
                                      <p:cBhvr additive="base">
                                        <p:cTn id="36"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4">
                                            <p:txEl>
                                              <p:pRg st="10" end="10"/>
                                            </p:txEl>
                                          </p:spTgt>
                                        </p:tgtEl>
                                        <p:attrNameLst>
                                          <p:attrName>style.visibility</p:attrName>
                                        </p:attrNameLst>
                                      </p:cBhvr>
                                      <p:to>
                                        <p:strVal val="visible"/>
                                      </p:to>
                                    </p:set>
                                    <p:anim calcmode="lin" valueType="num">
                                      <p:cBhvr additive="base">
                                        <p:cTn id="42" dur="5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43" dur="500" fill="hold"/>
                                        <p:tgtEl>
                                          <p:spTgt spid="4">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fade">
                                      <p:cBhvr>
                                        <p:cTn id="4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19150" y="1349376"/>
            <a:ext cx="10515600" cy="498474"/>
          </a:xfrm>
        </p:spPr>
        <p:txBody>
          <a:bodyPr>
            <a:normAutofit fontScale="62500" lnSpcReduction="20000"/>
          </a:bodyPr>
          <a:lstStyle/>
          <a:p>
            <a:r>
              <a:rPr lang="en-GB" dirty="0"/>
              <a:t>Use the hash function to locate the bucket and then see if the item we are looking for is in the bucket</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971550" y="3276600"/>
            <a:ext cx="6505575" cy="1877437"/>
          </a:xfrm>
          <a:prstGeom prst="rect">
            <a:avLst/>
          </a:prstGeom>
          <a:noFill/>
        </p:spPr>
        <p:txBody>
          <a:bodyPr wrap="square" rtlCol="0">
            <a:spAutoFit/>
          </a:bodyPr>
          <a:lstStyle/>
          <a:p>
            <a:r>
              <a:rPr lang="en-GB" sz="1400" dirty="0" err="1">
                <a:latin typeface="Cascadia Code" panose="020B0609020000020004" pitchFamily="49" charset="0"/>
                <a:cs typeface="Cascadia Code" panose="020B0609020000020004" pitchFamily="49" charset="0"/>
              </a:rPr>
              <a:t>Hash_search</a:t>
            </a:r>
            <a:r>
              <a:rPr lang="en-GB" sz="1400" dirty="0">
                <a:latin typeface="Cascadia Code" panose="020B0609020000020004" pitchFamily="49" charset="0"/>
                <a:cs typeface="Cascadia Code" panose="020B0609020000020004" pitchFamily="49" charset="0"/>
              </a:rPr>
              <a:t>(item) {</a:t>
            </a:r>
          </a:p>
          <a:p>
            <a:r>
              <a:rPr lang="en-GB" sz="1400" dirty="0">
                <a:latin typeface="Cascadia Code" panose="020B0609020000020004" pitchFamily="49" charset="0"/>
                <a:cs typeface="Cascadia Code" panose="020B0609020000020004" pitchFamily="49" charset="0"/>
              </a:rPr>
              <a:t>  let </a:t>
            </a:r>
            <a:r>
              <a:rPr lang="en-GB" sz="1400" dirty="0" err="1">
                <a:latin typeface="Cascadia Code" panose="020B0609020000020004" pitchFamily="49" charset="0"/>
                <a:cs typeface="Cascadia Code" panose="020B0609020000020004" pitchFamily="49" charset="0"/>
              </a:rPr>
              <a:t>bucket_no</a:t>
            </a:r>
            <a:r>
              <a:rPr lang="en-GB" sz="1400" dirty="0">
                <a:latin typeface="Cascadia Code" panose="020B0609020000020004" pitchFamily="49" charset="0"/>
                <a:cs typeface="Cascadia Code" panose="020B0609020000020004" pitchFamily="49" charset="0"/>
              </a:rPr>
              <a:t> = </a:t>
            </a:r>
            <a:r>
              <a:rPr lang="en-GB" sz="1400" dirty="0" err="1">
                <a:latin typeface="Cascadia Code" panose="020B0609020000020004" pitchFamily="49" charset="0"/>
                <a:cs typeface="Cascadia Code" panose="020B0609020000020004" pitchFamily="49" charset="0"/>
              </a:rPr>
              <a:t>hash_function</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item.key</a:t>
            </a:r>
            <a:r>
              <a:rPr lang="en-GB" sz="1400" dirty="0">
                <a:latin typeface="Cascadia Code" panose="020B0609020000020004" pitchFamily="49" charset="0"/>
                <a:cs typeface="Cascadia Code" panose="020B0609020000020004" pitchFamily="49" charset="0"/>
              </a:rPr>
              <a:t>) % NUM_BUCKETS;</a:t>
            </a:r>
          </a:p>
          <a:p>
            <a:r>
              <a:rPr lang="en-GB" sz="1400" dirty="0">
                <a:latin typeface="Cascadia Code" panose="020B0609020000020004" pitchFamily="49" charset="0"/>
                <a:cs typeface="Cascadia Code" panose="020B0609020000020004" pitchFamily="49" charset="0"/>
              </a:rPr>
              <a:t>  for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in BUCKETS[</a:t>
            </a:r>
            <a:r>
              <a:rPr lang="en-GB" sz="1400" dirty="0" err="1">
                <a:latin typeface="Cascadia Code" panose="020B0609020000020004" pitchFamily="49" charset="0"/>
                <a:cs typeface="Cascadia Code" panose="020B0609020000020004" pitchFamily="49" charset="0"/>
              </a:rPr>
              <a:t>bucket_no</a:t>
            </a:r>
            <a:r>
              <a:rPr lang="en-GB" sz="1400" dirty="0">
                <a:latin typeface="Cascadia Code" panose="020B0609020000020004" pitchFamily="49" charset="0"/>
                <a:cs typeface="Cascadia Code" panose="020B0609020000020004" pitchFamily="49" charset="0"/>
              </a:rPr>
              <a:t>]) {</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 item)</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715250" y="3514725"/>
            <a:ext cx="3562350" cy="923330"/>
          </a:xfrm>
          <a:prstGeom prst="rect">
            <a:avLst/>
          </a:prstGeom>
          <a:noFill/>
        </p:spPr>
        <p:txBody>
          <a:bodyPr wrap="square" rtlCol="0">
            <a:spAutoFit/>
          </a:bodyPr>
          <a:lstStyle/>
          <a:p>
            <a:r>
              <a:rPr lang="en-GB" dirty="0"/>
              <a:t>If the array of buckets is efficiently sized then search is O(1) – constant time</a:t>
            </a:r>
          </a:p>
        </p:txBody>
      </p:sp>
    </p:spTree>
    <p:extLst>
      <p:ext uri="{BB962C8B-B14F-4D97-AF65-F5344CB8AC3E}">
        <p14:creationId xmlns:p14="http://schemas.microsoft.com/office/powerpoint/2010/main" val="991872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 calcmode="lin" valueType="num">
                                      <p:cBhvr additive="base">
                                        <p:cTn id="12"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 calcmode="lin" valueType="num">
                                      <p:cBhvr additive="base">
                                        <p:cTn id="18"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4">
                                            <p:txEl>
                                              <p:pRg st="2" end="2"/>
                                            </p:txEl>
                                          </p:spTgt>
                                        </p:tgtEl>
                                        <p:attrNameLst>
                                          <p:attrName>ppt_y</p:attrName>
                                        </p:attrNameLst>
                                      </p:cBhvr>
                                      <p:tavLst>
                                        <p:tav tm="0">
                                          <p:val>
                                            <p:strVal val="1+#ppt_h/2"/>
                                          </p:val>
                                        </p:tav>
                                        <p:tav tm="100000">
                                          <p:val>
                                            <p:strVal val="#ppt_y"/>
                                          </p:val>
                                        </p:tav>
                                      </p:tavLst>
                                    </p:anim>
                                  </p:childTnLst>
                                </p:cTn>
                              </p:par>
                              <p:par>
                                <p:cTn id="20" presetID="2" presetClass="entr" presetSubtype="4" fill="hold" nodeType="with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 calcmode="lin" valueType="num">
                                      <p:cBhvr additive="base">
                                        <p:cTn id="22"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23" dur="500" fill="hold"/>
                                        <p:tgtEl>
                                          <p:spTgt spid="4">
                                            <p:txEl>
                                              <p:pRg st="3" end="3"/>
                                            </p:txEl>
                                          </p:spTgt>
                                        </p:tgtEl>
                                        <p:attrNameLst>
                                          <p:attrName>ppt_y</p:attrName>
                                        </p:attrNameLst>
                                      </p:cBhvr>
                                      <p:tavLst>
                                        <p:tav tm="0">
                                          <p:val>
                                            <p:strVal val="1+#ppt_h/2"/>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4">
                                            <p:txEl>
                                              <p:pRg st="4" end="4"/>
                                            </p:txEl>
                                          </p:spTgt>
                                        </p:tgtEl>
                                        <p:attrNameLst>
                                          <p:attrName>style.visibility</p:attrName>
                                        </p:attrNameLst>
                                      </p:cBhvr>
                                      <p:to>
                                        <p:strVal val="visible"/>
                                      </p:to>
                                    </p:set>
                                    <p:anim calcmode="lin" valueType="num">
                                      <p:cBhvr additive="base">
                                        <p:cTn id="26"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4">
                                            <p:txEl>
                                              <p:pRg st="4" end="4"/>
                                            </p:txEl>
                                          </p:spTgt>
                                        </p:tgtEl>
                                        <p:attrNameLst>
                                          <p:attrName>ppt_y</p:attrName>
                                        </p:attrNameLst>
                                      </p:cBhvr>
                                      <p:tavLst>
                                        <p:tav tm="0">
                                          <p:val>
                                            <p:strVal val="1+#ppt_h/2"/>
                                          </p:val>
                                        </p:tav>
                                        <p:tav tm="100000">
                                          <p:val>
                                            <p:strVal val="#ppt_y"/>
                                          </p:val>
                                        </p:tav>
                                      </p:tavLst>
                                    </p:anim>
                                  </p:childTnLst>
                                </p:cTn>
                              </p:par>
                              <p:par>
                                <p:cTn id="28" presetID="2" presetClass="entr" presetSubtype="4" fill="hold" nodeType="withEffect">
                                  <p:stCondLst>
                                    <p:cond delay="0"/>
                                  </p:stCondLst>
                                  <p:childTnLst>
                                    <p:set>
                                      <p:cBhvr>
                                        <p:cTn id="29" dur="1" fill="hold">
                                          <p:stCondLst>
                                            <p:cond delay="0"/>
                                          </p:stCondLst>
                                        </p:cTn>
                                        <p:tgtEl>
                                          <p:spTgt spid="4">
                                            <p:txEl>
                                              <p:pRg st="5" end="5"/>
                                            </p:txEl>
                                          </p:spTgt>
                                        </p:tgtEl>
                                        <p:attrNameLst>
                                          <p:attrName>style.visibility</p:attrName>
                                        </p:attrNameLst>
                                      </p:cBhvr>
                                      <p:to>
                                        <p:strVal val="visible"/>
                                      </p:to>
                                    </p:set>
                                    <p:anim calcmode="lin" valueType="num">
                                      <p:cBhvr additive="base">
                                        <p:cTn id="30"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64DD1-DEF1-D33A-B36B-A41DFD0DECD1}"/>
              </a:ext>
            </a:extLst>
          </p:cNvPr>
          <p:cNvSpPr>
            <a:spLocks noGrp="1"/>
          </p:cNvSpPr>
          <p:nvPr>
            <p:ph type="title"/>
          </p:nvPr>
        </p:nvSpPr>
        <p:spPr/>
        <p:txBody>
          <a:bodyPr/>
          <a:lstStyle/>
          <a:p>
            <a:r>
              <a:rPr lang="en-GB" dirty="0"/>
              <a:t>Example Code in </a:t>
            </a:r>
            <a:r>
              <a:rPr lang="en-GB" dirty="0" err="1"/>
              <a:t>Github</a:t>
            </a:r>
            <a:endParaRPr lang="en-GB" dirty="0"/>
          </a:p>
        </p:txBody>
      </p:sp>
      <p:sp>
        <p:nvSpPr>
          <p:cNvPr id="3" name="Content Placeholder 2">
            <a:extLst>
              <a:ext uri="{FF2B5EF4-FFF2-40B4-BE49-F238E27FC236}">
                <a16:creationId xmlns:a16="http://schemas.microsoft.com/office/drawing/2014/main" id="{7FF0B3A7-B109-A194-2AB6-4C80F4798D3A}"/>
              </a:ext>
            </a:extLst>
          </p:cNvPr>
          <p:cNvSpPr>
            <a:spLocks noGrp="1"/>
          </p:cNvSpPr>
          <p:nvPr>
            <p:ph idx="1"/>
          </p:nvPr>
        </p:nvSpPr>
        <p:spPr/>
        <p:txBody>
          <a:bodyPr>
            <a:normAutofit/>
          </a:bodyPr>
          <a:lstStyle/>
          <a:p>
            <a:r>
              <a:rPr lang="en-GB" dirty="0"/>
              <a:t>Binary search on a pre-sorted array</a:t>
            </a:r>
          </a:p>
          <a:p>
            <a:pPr marL="457200" lvl="1" indent="0">
              <a:buNone/>
            </a:pPr>
            <a:r>
              <a:rPr lang="en-GB" sz="1800" dirty="0">
                <a:hlinkClick r:id="rId2"/>
              </a:rPr>
              <a:t>https://github.com/wai-t/CompSci/tree/main/ComputerScience/Data_Structures/binary_search.js</a:t>
            </a:r>
            <a:endParaRPr lang="en-GB" sz="1800" dirty="0"/>
          </a:p>
          <a:p>
            <a:pPr lvl="1"/>
            <a:endParaRPr lang="en-GB" dirty="0"/>
          </a:p>
          <a:p>
            <a:r>
              <a:rPr lang="en-GB" dirty="0"/>
              <a:t>Tree search on a binary search tree</a:t>
            </a:r>
          </a:p>
          <a:p>
            <a:pPr marL="457200" lvl="1" indent="0">
              <a:buNone/>
            </a:pPr>
            <a:r>
              <a:rPr lang="en-GB" sz="1800" dirty="0">
                <a:hlinkClick r:id="rId3"/>
              </a:rPr>
              <a:t>https://github.com/wai-t/CompSci/tree/main/ComputerScience/Data_Structures/tree_search.js</a:t>
            </a:r>
            <a:endParaRPr lang="en-GB" sz="1800" dirty="0"/>
          </a:p>
          <a:p>
            <a:endParaRPr lang="en-GB" dirty="0"/>
          </a:p>
          <a:p>
            <a:r>
              <a:rPr lang="en-GB" dirty="0"/>
              <a:t>Hash search</a:t>
            </a:r>
          </a:p>
          <a:p>
            <a:pPr marL="457200" lvl="1" indent="0">
              <a:buNone/>
            </a:pPr>
            <a:r>
              <a:rPr lang="en-GB" sz="1800" dirty="0">
                <a:hlinkClick r:id="rId4"/>
              </a:rPr>
              <a:t>https://github.com/wai-t/CompSci/tree/main/ComputerScience/Data_Structures/hash_search.js</a:t>
            </a:r>
            <a:endParaRPr lang="en-GB" sz="1800" dirty="0"/>
          </a:p>
          <a:p>
            <a:endParaRPr lang="en-GB" dirty="0"/>
          </a:p>
        </p:txBody>
      </p:sp>
    </p:spTree>
    <p:extLst>
      <p:ext uri="{BB962C8B-B14F-4D97-AF65-F5344CB8AC3E}">
        <p14:creationId xmlns:p14="http://schemas.microsoft.com/office/powerpoint/2010/main" val="4467514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84110-A00B-8FF9-9C61-951C571034C2}"/>
              </a:ext>
            </a:extLst>
          </p:cNvPr>
          <p:cNvSpPr>
            <a:spLocks noGrp="1"/>
          </p:cNvSpPr>
          <p:nvPr>
            <p:ph type="title"/>
          </p:nvPr>
        </p:nvSpPr>
        <p:spPr/>
        <p:txBody>
          <a:bodyPr/>
          <a:lstStyle/>
          <a:p>
            <a:r>
              <a:rPr lang="en-GB" dirty="0"/>
              <a:t>Data Structure Types</a:t>
            </a:r>
          </a:p>
        </p:txBody>
      </p:sp>
      <p:sp>
        <p:nvSpPr>
          <p:cNvPr id="3" name="Text Placeholder 2">
            <a:extLst>
              <a:ext uri="{FF2B5EF4-FFF2-40B4-BE49-F238E27FC236}">
                <a16:creationId xmlns:a16="http://schemas.microsoft.com/office/drawing/2014/main" id="{49A1E305-0ACB-E9E8-B410-36036DD3CDE4}"/>
              </a:ext>
            </a:extLst>
          </p:cNvPr>
          <p:cNvSpPr>
            <a:spLocks noGrp="1"/>
          </p:cNvSpPr>
          <p:nvPr>
            <p:ph type="body" idx="1"/>
          </p:nvPr>
        </p:nvSpPr>
        <p:spPr/>
        <p:txBody>
          <a:bodyPr/>
          <a:lstStyle/>
          <a:p>
            <a:r>
              <a:rPr lang="en-GB" dirty="0"/>
              <a:t>Overview of common types and some terminology</a:t>
            </a:r>
          </a:p>
        </p:txBody>
      </p:sp>
    </p:spTree>
    <p:extLst>
      <p:ext uri="{BB962C8B-B14F-4D97-AF65-F5344CB8AC3E}">
        <p14:creationId xmlns:p14="http://schemas.microsoft.com/office/powerpoint/2010/main" val="28438560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AC71E-1121-2CE6-BDE7-7810556F8273}"/>
              </a:ext>
            </a:extLst>
          </p:cNvPr>
          <p:cNvSpPr>
            <a:spLocks noGrp="1"/>
          </p:cNvSpPr>
          <p:nvPr>
            <p:ph type="title"/>
          </p:nvPr>
        </p:nvSpPr>
        <p:spPr/>
        <p:txBody>
          <a:bodyPr/>
          <a:lstStyle/>
          <a:p>
            <a:r>
              <a:rPr lang="en-GB" dirty="0"/>
              <a:t>Layers of Abstraction</a:t>
            </a:r>
            <a:br>
              <a:rPr lang="en-GB" dirty="0"/>
            </a:br>
            <a:r>
              <a:rPr lang="en-GB" sz="2800" dirty="0"/>
              <a:t>Abstract </a:t>
            </a:r>
            <a:r>
              <a:rPr lang="en-GB" sz="2800" dirty="0">
                <a:latin typeface="Cambria Math" panose="02040503050406030204" pitchFamily="18" charset="0"/>
                <a:ea typeface="Cambria Math" panose="02040503050406030204" pitchFamily="18" charset="0"/>
              </a:rPr>
              <a:t>⇾</a:t>
            </a:r>
            <a:r>
              <a:rPr lang="en-GB" sz="2800" dirty="0" err="1">
                <a:latin typeface="Cambria Math" panose="02040503050406030204" pitchFamily="18" charset="0"/>
                <a:ea typeface="Cambria Math" panose="02040503050406030204" pitchFamily="18" charset="0"/>
              </a:rPr>
              <a:t>Concrete⇾Implementation</a:t>
            </a:r>
            <a:endParaRPr lang="en-GB" dirty="0"/>
          </a:p>
        </p:txBody>
      </p:sp>
      <p:sp>
        <p:nvSpPr>
          <p:cNvPr id="3" name="Content Placeholder 2">
            <a:extLst>
              <a:ext uri="{FF2B5EF4-FFF2-40B4-BE49-F238E27FC236}">
                <a16:creationId xmlns:a16="http://schemas.microsoft.com/office/drawing/2014/main" id="{D4B21FBF-0C4A-4595-88A3-F7C264ECC76F}"/>
              </a:ext>
            </a:extLst>
          </p:cNvPr>
          <p:cNvSpPr>
            <a:spLocks noGrp="1"/>
          </p:cNvSpPr>
          <p:nvPr>
            <p:ph idx="1"/>
          </p:nvPr>
        </p:nvSpPr>
        <p:spPr/>
        <p:txBody>
          <a:bodyPr>
            <a:normAutofit fontScale="77500" lnSpcReduction="20000"/>
          </a:bodyPr>
          <a:lstStyle/>
          <a:p>
            <a:r>
              <a:rPr lang="en-GB" dirty="0"/>
              <a:t>Abstract Data Type (Conceptual, focusses on what it looks like to the outside)</a:t>
            </a:r>
          </a:p>
          <a:p>
            <a:pPr lvl="1"/>
            <a:r>
              <a:rPr lang="en-GB" dirty="0"/>
              <a:t>So a LIST is just an </a:t>
            </a:r>
            <a:r>
              <a:rPr lang="en-GB" b="1" dirty="0"/>
              <a:t>ordered</a:t>
            </a:r>
            <a:r>
              <a:rPr lang="en-GB" dirty="0"/>
              <a:t> </a:t>
            </a:r>
            <a:r>
              <a:rPr lang="en-GB" b="1" dirty="0"/>
              <a:t>linear</a:t>
            </a:r>
            <a:r>
              <a:rPr lang="en-GB" dirty="0"/>
              <a:t> collection of objects</a:t>
            </a:r>
          </a:p>
          <a:p>
            <a:pPr lvl="2"/>
            <a:r>
              <a:rPr lang="en-GB" b="1" dirty="0"/>
              <a:t>Ordered</a:t>
            </a:r>
            <a:r>
              <a:rPr lang="en-GB" dirty="0"/>
              <a:t> – apart from the first object, each object is after a predecessor (i.e. you can access it by calling </a:t>
            </a:r>
            <a:r>
              <a:rPr lang="en-GB" dirty="0" err="1"/>
              <a:t>predecessor.next</a:t>
            </a:r>
            <a:r>
              <a:rPr lang="en-GB" dirty="0"/>
              <a:t>() ) (stays the same order until you change it)</a:t>
            </a:r>
          </a:p>
          <a:p>
            <a:pPr lvl="2"/>
            <a:r>
              <a:rPr lang="en-GB" b="1" dirty="0"/>
              <a:t>Linear</a:t>
            </a:r>
            <a:r>
              <a:rPr lang="en-GB" dirty="0"/>
              <a:t> – there’s only one path through (i.e. </a:t>
            </a:r>
            <a:r>
              <a:rPr lang="en-GB" dirty="0" err="1"/>
              <a:t>obj.next</a:t>
            </a:r>
            <a:r>
              <a:rPr lang="en-GB" dirty="0"/>
              <a:t>().next()…next() always returns the same result)</a:t>
            </a:r>
          </a:p>
          <a:p>
            <a:r>
              <a:rPr lang="en-GB" dirty="0"/>
              <a:t>Concrete (Based on a model of a computer with addressable memory)</a:t>
            </a:r>
          </a:p>
          <a:p>
            <a:pPr lvl="1"/>
            <a:r>
              <a:rPr lang="en-GB" dirty="0"/>
              <a:t>An ARRAY is a concrete LIST (it’s ordered by the </a:t>
            </a:r>
            <a:r>
              <a:rPr lang="en-GB" b="1" dirty="0"/>
              <a:t>position</a:t>
            </a:r>
            <a:r>
              <a:rPr lang="en-GB" dirty="0"/>
              <a:t> of each element by memory address, and it’s automatically linear because memory address is one-dimensional)</a:t>
            </a:r>
          </a:p>
          <a:p>
            <a:pPr lvl="1"/>
            <a:r>
              <a:rPr lang="en-GB" dirty="0"/>
              <a:t>A LINKED LIST is a concrete LIST (it’s ordered because each element contains a </a:t>
            </a:r>
            <a:r>
              <a:rPr lang="en-GB" b="1" dirty="0"/>
              <a:t>pointer</a:t>
            </a:r>
            <a:r>
              <a:rPr lang="en-GB" dirty="0"/>
              <a:t> to the next, and it’s linear because each element only points to one next element, etc)</a:t>
            </a:r>
          </a:p>
          <a:p>
            <a:r>
              <a:rPr lang="en-GB" dirty="0"/>
              <a:t>Implementation is language/package/engine dependent</a:t>
            </a:r>
          </a:p>
          <a:p>
            <a:pPr lvl="1"/>
            <a:r>
              <a:rPr lang="en-GB" dirty="0"/>
              <a:t>C++ arrays are fixed size and don’t check for overrun</a:t>
            </a:r>
          </a:p>
          <a:p>
            <a:pPr lvl="2"/>
            <a:r>
              <a:rPr lang="en-GB" dirty="0"/>
              <a:t>C++ doesn’t do any work that’s unnecessary which is why it’s used in performance critical applications.</a:t>
            </a:r>
          </a:p>
          <a:p>
            <a:pPr lvl="1"/>
            <a:r>
              <a:rPr lang="en-GB" dirty="0" err="1"/>
              <a:t>Javascript</a:t>
            </a:r>
            <a:r>
              <a:rPr lang="en-GB" dirty="0"/>
              <a:t> arrays can change dynamically.</a:t>
            </a:r>
          </a:p>
          <a:p>
            <a:pPr lvl="2"/>
            <a:r>
              <a:rPr lang="en-GB" dirty="0"/>
              <a:t>It can be a contiguous array, can resize, and can even change to an object (hash table)</a:t>
            </a:r>
          </a:p>
          <a:p>
            <a:pPr lvl="1"/>
            <a:r>
              <a:rPr lang="en-GB" dirty="0"/>
              <a:t>Demo</a:t>
            </a:r>
          </a:p>
        </p:txBody>
      </p:sp>
    </p:spTree>
    <p:extLst>
      <p:ext uri="{BB962C8B-B14F-4D97-AF65-F5344CB8AC3E}">
        <p14:creationId xmlns:p14="http://schemas.microsoft.com/office/powerpoint/2010/main" val="2918208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3">
                                            <p:txEl>
                                              <p:pRg st="11" end="11"/>
                                            </p:txEl>
                                          </p:spTgt>
                                        </p:tgtEl>
                                        <p:attrNameLst>
                                          <p:attrName>style.visibility</p:attrName>
                                        </p:attrNameLst>
                                      </p:cBhvr>
                                      <p:to>
                                        <p:strVal val="visible"/>
                                      </p:to>
                                    </p:set>
                                    <p:anim calcmode="lin" valueType="num">
                                      <p:cBhvr additive="base">
                                        <p:cTn id="61"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63" presetID="2" presetClass="entr" presetSubtype="4" fill="hold" nodeType="withEffect">
                                  <p:stCondLst>
                                    <p:cond delay="0"/>
                                  </p:stCondLst>
                                  <p:childTnLst>
                                    <p:set>
                                      <p:cBhvr>
                                        <p:cTn id="64" dur="1" fill="hold">
                                          <p:stCondLst>
                                            <p:cond delay="0"/>
                                          </p:stCondLst>
                                        </p:cTn>
                                        <p:tgtEl>
                                          <p:spTgt spid="3">
                                            <p:txEl>
                                              <p:pRg st="12" end="12"/>
                                            </p:txEl>
                                          </p:spTgt>
                                        </p:tgtEl>
                                        <p:attrNameLst>
                                          <p:attrName>style.visibility</p:attrName>
                                        </p:attrNameLst>
                                      </p:cBhvr>
                                      <p:to>
                                        <p:strVal val="visible"/>
                                      </p:to>
                                    </p:set>
                                    <p:anim calcmode="lin" valueType="num">
                                      <p:cBhvr additive="base">
                                        <p:cTn id="65"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27025-1091-91BD-38F2-6067A09364E3}"/>
              </a:ext>
            </a:extLst>
          </p:cNvPr>
          <p:cNvSpPr>
            <a:spLocks noGrp="1"/>
          </p:cNvSpPr>
          <p:nvPr>
            <p:ph type="title"/>
          </p:nvPr>
        </p:nvSpPr>
        <p:spPr/>
        <p:txBody>
          <a:bodyPr/>
          <a:lstStyle/>
          <a:p>
            <a:r>
              <a:rPr lang="en-GB" dirty="0"/>
              <a:t>More Examples of Data Structure Types</a:t>
            </a:r>
          </a:p>
        </p:txBody>
      </p:sp>
      <p:sp>
        <p:nvSpPr>
          <p:cNvPr id="4" name="Rectangle: Rounded Corners 3">
            <a:extLst>
              <a:ext uri="{FF2B5EF4-FFF2-40B4-BE49-F238E27FC236}">
                <a16:creationId xmlns:a16="http://schemas.microsoft.com/office/drawing/2014/main" id="{7E861DCF-2177-41EC-70EC-A4742EC3BACA}"/>
              </a:ext>
            </a:extLst>
          </p:cNvPr>
          <p:cNvSpPr/>
          <p:nvPr/>
        </p:nvSpPr>
        <p:spPr>
          <a:xfrm>
            <a:off x="866775" y="1476376"/>
            <a:ext cx="10820399" cy="524827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GB" dirty="0">
                <a:solidFill>
                  <a:schemeClr val="accent1"/>
                </a:solidFill>
              </a:rPr>
              <a:t>Collection</a:t>
            </a:r>
          </a:p>
          <a:p>
            <a:r>
              <a:rPr lang="en-GB" sz="1050" dirty="0">
                <a:solidFill>
                  <a:schemeClr val="accent1"/>
                </a:solidFill>
              </a:rPr>
              <a:t>A collection of (polymorphic*) </a:t>
            </a:r>
            <a:r>
              <a:rPr lang="en-GB" sz="1100" b="1" u="sng" dirty="0">
                <a:solidFill>
                  <a:schemeClr val="accent1"/>
                </a:solidFill>
              </a:rPr>
              <a:t>objects</a:t>
            </a:r>
          </a:p>
          <a:p>
            <a:r>
              <a:rPr lang="en-GB" sz="1100" dirty="0" err="1">
                <a:solidFill>
                  <a:schemeClr val="accent1"/>
                </a:solidFill>
              </a:rPr>
              <a:t>Iterable</a:t>
            </a:r>
            <a:r>
              <a:rPr lang="en-GB" sz="1100" dirty="0">
                <a:solidFill>
                  <a:schemeClr val="accent1"/>
                </a:solidFill>
              </a:rPr>
              <a:t> – there’s a way to loop over all objects</a:t>
            </a:r>
            <a:r>
              <a:rPr lang="en-GB" sz="1050" dirty="0">
                <a:solidFill>
                  <a:schemeClr val="accent1"/>
                </a:solidFill>
              </a:rPr>
              <a:t> and access them</a:t>
            </a:r>
          </a:p>
          <a:p>
            <a:r>
              <a:rPr lang="en-GB" sz="1050" dirty="0">
                <a:solidFill>
                  <a:schemeClr val="accent1"/>
                </a:solidFill>
              </a:rPr>
              <a:t>Countable – you can find out how many objects are in it</a:t>
            </a:r>
          </a:p>
        </p:txBody>
      </p:sp>
      <p:sp>
        <p:nvSpPr>
          <p:cNvPr id="5" name="Rectangle: Rounded Corners 4">
            <a:extLst>
              <a:ext uri="{FF2B5EF4-FFF2-40B4-BE49-F238E27FC236}">
                <a16:creationId xmlns:a16="http://schemas.microsoft.com/office/drawing/2014/main" id="{C3144560-3F31-D246-0A21-A1516AAE54E8}"/>
              </a:ext>
            </a:extLst>
          </p:cNvPr>
          <p:cNvSpPr/>
          <p:nvPr/>
        </p:nvSpPr>
        <p:spPr>
          <a:xfrm>
            <a:off x="3114675" y="4152900"/>
            <a:ext cx="1552575" cy="8191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Stack</a:t>
            </a:r>
          </a:p>
          <a:p>
            <a:pPr algn="ctr"/>
            <a:r>
              <a:rPr lang="en-GB" sz="1100" dirty="0"/>
              <a:t>Append(at end), remove(from end)</a:t>
            </a:r>
            <a:endParaRPr lang="en-GB" dirty="0"/>
          </a:p>
        </p:txBody>
      </p:sp>
      <p:sp>
        <p:nvSpPr>
          <p:cNvPr id="6" name="Rectangle: Rounded Corners 5">
            <a:extLst>
              <a:ext uri="{FF2B5EF4-FFF2-40B4-BE49-F238E27FC236}">
                <a16:creationId xmlns:a16="http://schemas.microsoft.com/office/drawing/2014/main" id="{EC8ED5A6-3B7E-2823-DD91-D14D06FD2FFB}"/>
              </a:ext>
            </a:extLst>
          </p:cNvPr>
          <p:cNvSpPr/>
          <p:nvPr/>
        </p:nvSpPr>
        <p:spPr>
          <a:xfrm>
            <a:off x="1123193" y="4149207"/>
            <a:ext cx="1697720" cy="79426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Queue</a:t>
            </a:r>
          </a:p>
          <a:p>
            <a:pPr algn="ctr"/>
            <a:r>
              <a:rPr lang="en-GB" sz="1100" dirty="0"/>
              <a:t>Append (at end), remove (from front)</a:t>
            </a:r>
          </a:p>
        </p:txBody>
      </p:sp>
      <p:sp>
        <p:nvSpPr>
          <p:cNvPr id="7" name="Rectangle: Rounded Corners 6">
            <a:extLst>
              <a:ext uri="{FF2B5EF4-FFF2-40B4-BE49-F238E27FC236}">
                <a16:creationId xmlns:a16="http://schemas.microsoft.com/office/drawing/2014/main" id="{0960C46A-399F-79D1-CC0F-6BB9E4A02CEA}"/>
              </a:ext>
            </a:extLst>
          </p:cNvPr>
          <p:cNvSpPr/>
          <p:nvPr/>
        </p:nvSpPr>
        <p:spPr>
          <a:xfrm>
            <a:off x="1190626" y="2694478"/>
            <a:ext cx="3260574" cy="105837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List</a:t>
            </a:r>
          </a:p>
          <a:p>
            <a:pPr algn="ctr"/>
            <a:r>
              <a:rPr lang="en-GB" sz="1100" dirty="0"/>
              <a:t>ordered (can ask for next on each object)</a:t>
            </a:r>
          </a:p>
          <a:p>
            <a:pPr algn="ctr"/>
            <a:r>
              <a:rPr lang="en-GB" sz="1100" dirty="0"/>
              <a:t>linear (there is only one path through all objects)</a:t>
            </a:r>
          </a:p>
          <a:p>
            <a:pPr algn="ctr"/>
            <a:r>
              <a:rPr lang="en-GB" sz="1100" dirty="0"/>
              <a:t>Insert, append, remove</a:t>
            </a:r>
          </a:p>
          <a:p>
            <a:pPr algn="ctr"/>
            <a:r>
              <a:rPr lang="en-GB" sz="1100" dirty="0"/>
              <a:t>Index[]</a:t>
            </a:r>
          </a:p>
        </p:txBody>
      </p:sp>
      <p:sp>
        <p:nvSpPr>
          <p:cNvPr id="8" name="Rectangle: Rounded Corners 7">
            <a:extLst>
              <a:ext uri="{FF2B5EF4-FFF2-40B4-BE49-F238E27FC236}">
                <a16:creationId xmlns:a16="http://schemas.microsoft.com/office/drawing/2014/main" id="{37520CF7-3A91-B171-70B9-01CE309EE80C}"/>
              </a:ext>
            </a:extLst>
          </p:cNvPr>
          <p:cNvSpPr/>
          <p:nvPr/>
        </p:nvSpPr>
        <p:spPr>
          <a:xfrm>
            <a:off x="8056829" y="3996387"/>
            <a:ext cx="1267691" cy="5777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Set</a:t>
            </a:r>
          </a:p>
          <a:p>
            <a:pPr algn="ctr"/>
            <a:r>
              <a:rPr lang="en-GB" sz="1100" dirty="0"/>
              <a:t>Objects have to be unique</a:t>
            </a:r>
          </a:p>
        </p:txBody>
      </p:sp>
      <p:sp>
        <p:nvSpPr>
          <p:cNvPr id="10" name="Rectangle: Rounded Corners 9">
            <a:extLst>
              <a:ext uri="{FF2B5EF4-FFF2-40B4-BE49-F238E27FC236}">
                <a16:creationId xmlns:a16="http://schemas.microsoft.com/office/drawing/2014/main" id="{B6F539EF-7ED1-277C-9052-1A88EDA5C73F}"/>
              </a:ext>
            </a:extLst>
          </p:cNvPr>
          <p:cNvSpPr/>
          <p:nvPr/>
        </p:nvSpPr>
        <p:spPr>
          <a:xfrm>
            <a:off x="9923550" y="3145667"/>
            <a:ext cx="1323144" cy="2881507"/>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GB" dirty="0">
                <a:solidFill>
                  <a:schemeClr val="tx1"/>
                </a:solidFill>
              </a:rPr>
              <a:t>Map</a:t>
            </a:r>
          </a:p>
          <a:p>
            <a:pPr algn="ctr"/>
            <a:r>
              <a:rPr lang="en-GB" sz="1100" dirty="0">
                <a:solidFill>
                  <a:schemeClr val="tx1"/>
                </a:solidFill>
              </a:rPr>
              <a:t>A collection where the objects are </a:t>
            </a:r>
            <a:r>
              <a:rPr lang="en-GB" sz="1100" dirty="0" err="1">
                <a:solidFill>
                  <a:schemeClr val="tx1"/>
                </a:solidFill>
              </a:rPr>
              <a:t>key:value</a:t>
            </a:r>
            <a:r>
              <a:rPr lang="en-GB" sz="1100" dirty="0">
                <a:solidFill>
                  <a:schemeClr val="tx1"/>
                </a:solidFill>
              </a:rPr>
              <a:t> pairs or </a:t>
            </a:r>
            <a:r>
              <a:rPr lang="en-GB" sz="1100" dirty="0" err="1">
                <a:solidFill>
                  <a:schemeClr val="tx1"/>
                </a:solidFill>
              </a:rPr>
              <a:t>key:reference</a:t>
            </a:r>
            <a:r>
              <a:rPr lang="en-GB" sz="1100" dirty="0">
                <a:solidFill>
                  <a:schemeClr val="tx1"/>
                </a:solidFill>
              </a:rPr>
              <a:t> pairs.</a:t>
            </a:r>
          </a:p>
          <a:p>
            <a:pPr algn="ctr"/>
            <a:endParaRPr lang="en-GB" sz="1100" dirty="0">
              <a:solidFill>
                <a:schemeClr val="tx1"/>
              </a:solidFill>
            </a:endParaRPr>
          </a:p>
          <a:p>
            <a:pPr algn="ctr"/>
            <a:r>
              <a:rPr lang="en-GB" sz="1100" dirty="0">
                <a:solidFill>
                  <a:schemeClr val="tx1"/>
                </a:solidFill>
              </a:rPr>
              <a:t>A common one is a HashMap (which is based on a HashSet)</a:t>
            </a:r>
          </a:p>
          <a:p>
            <a:pPr algn="ctr"/>
            <a:endParaRPr lang="en-GB" sz="1100" dirty="0">
              <a:solidFill>
                <a:schemeClr val="tx1"/>
              </a:solidFill>
            </a:endParaRPr>
          </a:p>
          <a:p>
            <a:pPr algn="ctr"/>
            <a:r>
              <a:rPr lang="en-GB" sz="1100" dirty="0">
                <a:solidFill>
                  <a:schemeClr val="tx1"/>
                </a:solidFill>
              </a:rPr>
              <a:t>JS object is a Map</a:t>
            </a:r>
          </a:p>
        </p:txBody>
      </p:sp>
      <p:sp>
        <p:nvSpPr>
          <p:cNvPr id="11" name="Rectangle: Rounded Corners 10">
            <a:extLst>
              <a:ext uri="{FF2B5EF4-FFF2-40B4-BE49-F238E27FC236}">
                <a16:creationId xmlns:a16="http://schemas.microsoft.com/office/drawing/2014/main" id="{CBDCB144-8A43-EB05-1E5B-861E0B6EC6F5}"/>
              </a:ext>
            </a:extLst>
          </p:cNvPr>
          <p:cNvSpPr/>
          <p:nvPr/>
        </p:nvSpPr>
        <p:spPr>
          <a:xfrm>
            <a:off x="6627093" y="4854810"/>
            <a:ext cx="1450029" cy="16298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Tree</a:t>
            </a:r>
          </a:p>
          <a:p>
            <a:pPr algn="ctr"/>
            <a:r>
              <a:rPr lang="en-GB" sz="1100" dirty="0"/>
              <a:t>Edges are </a:t>
            </a:r>
            <a:r>
              <a:rPr lang="en-GB" sz="1100" dirty="0" err="1"/>
              <a:t>uni-drectional</a:t>
            </a:r>
            <a:r>
              <a:rPr lang="en-GB" sz="1100" dirty="0"/>
              <a:t>.</a:t>
            </a:r>
          </a:p>
          <a:p>
            <a:pPr algn="ctr"/>
            <a:r>
              <a:rPr lang="en-GB" sz="1100" dirty="0"/>
              <a:t>Edges connect a parent to its children.</a:t>
            </a:r>
          </a:p>
          <a:p>
            <a:pPr algn="ctr"/>
            <a:r>
              <a:rPr lang="en-GB" sz="1100" dirty="0"/>
              <a:t>Children have only one parent</a:t>
            </a:r>
          </a:p>
        </p:txBody>
      </p:sp>
      <p:sp>
        <p:nvSpPr>
          <p:cNvPr id="12" name="Rectangle: Rounded Corners 11">
            <a:extLst>
              <a:ext uri="{FF2B5EF4-FFF2-40B4-BE49-F238E27FC236}">
                <a16:creationId xmlns:a16="http://schemas.microsoft.com/office/drawing/2014/main" id="{C6B37762-0C60-FEA4-C56F-90A3874A8338}"/>
              </a:ext>
            </a:extLst>
          </p:cNvPr>
          <p:cNvSpPr/>
          <p:nvPr/>
        </p:nvSpPr>
        <p:spPr>
          <a:xfrm>
            <a:off x="5887366" y="3352793"/>
            <a:ext cx="1833414" cy="11752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Graph</a:t>
            </a:r>
          </a:p>
          <a:p>
            <a:pPr algn="ctr"/>
            <a:r>
              <a:rPr lang="en-GB" sz="1100" dirty="0"/>
              <a:t>Each object connected to others by “edges”. Edges can be in both directions</a:t>
            </a:r>
          </a:p>
        </p:txBody>
      </p:sp>
      <p:cxnSp>
        <p:nvCxnSpPr>
          <p:cNvPr id="17" name="Straight Arrow Connector 16">
            <a:extLst>
              <a:ext uri="{FF2B5EF4-FFF2-40B4-BE49-F238E27FC236}">
                <a16:creationId xmlns:a16="http://schemas.microsoft.com/office/drawing/2014/main" id="{0EE10171-B727-55CD-1726-55A34DB30149}"/>
              </a:ext>
            </a:extLst>
          </p:cNvPr>
          <p:cNvCxnSpPr>
            <a:cxnSpLocks/>
            <a:stCxn id="6" idx="0"/>
            <a:endCxn id="7" idx="2"/>
          </p:cNvCxnSpPr>
          <p:nvPr/>
        </p:nvCxnSpPr>
        <p:spPr>
          <a:xfrm flipV="1">
            <a:off x="1972053" y="3752849"/>
            <a:ext cx="848860" cy="3963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74CCA026-1BB0-4507-F5C5-80765AA80433}"/>
              </a:ext>
            </a:extLst>
          </p:cNvPr>
          <p:cNvCxnSpPr>
            <a:cxnSpLocks/>
            <a:stCxn id="5" idx="0"/>
            <a:endCxn id="7" idx="2"/>
          </p:cNvCxnSpPr>
          <p:nvPr/>
        </p:nvCxnSpPr>
        <p:spPr>
          <a:xfrm flipH="1" flipV="1">
            <a:off x="2820913" y="3752849"/>
            <a:ext cx="1070050" cy="4000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3BEC6898-AA34-18E4-0C83-521BBEED2576}"/>
              </a:ext>
            </a:extLst>
          </p:cNvPr>
          <p:cNvSpPr/>
          <p:nvPr/>
        </p:nvSpPr>
        <p:spPr>
          <a:xfrm>
            <a:off x="2093230" y="5387457"/>
            <a:ext cx="1564370" cy="79426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DeQueue</a:t>
            </a:r>
            <a:endParaRPr lang="en-GB" dirty="0"/>
          </a:p>
          <a:p>
            <a:pPr algn="ctr"/>
            <a:r>
              <a:rPr lang="en-GB" sz="1100" dirty="0"/>
              <a:t>Combines Queue and Stack abilities</a:t>
            </a:r>
          </a:p>
        </p:txBody>
      </p:sp>
      <p:cxnSp>
        <p:nvCxnSpPr>
          <p:cNvPr id="25" name="Straight Arrow Connector 24">
            <a:extLst>
              <a:ext uri="{FF2B5EF4-FFF2-40B4-BE49-F238E27FC236}">
                <a16:creationId xmlns:a16="http://schemas.microsoft.com/office/drawing/2014/main" id="{4BB7F54D-07E4-315F-1B5D-9DA4CB8740F1}"/>
              </a:ext>
            </a:extLst>
          </p:cNvPr>
          <p:cNvCxnSpPr>
            <a:cxnSpLocks/>
            <a:stCxn id="23" idx="0"/>
            <a:endCxn id="6" idx="2"/>
          </p:cNvCxnSpPr>
          <p:nvPr/>
        </p:nvCxnSpPr>
        <p:spPr>
          <a:xfrm flipH="1" flipV="1">
            <a:off x="1972053" y="4943475"/>
            <a:ext cx="903362" cy="4439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7AC48CAC-3957-BF55-142F-7FBDC5501B92}"/>
              </a:ext>
            </a:extLst>
          </p:cNvPr>
          <p:cNvCxnSpPr>
            <a:cxnSpLocks/>
            <a:stCxn id="23" idx="0"/>
            <a:endCxn id="5" idx="2"/>
          </p:cNvCxnSpPr>
          <p:nvPr/>
        </p:nvCxnSpPr>
        <p:spPr>
          <a:xfrm flipV="1">
            <a:off x="2875415" y="4972050"/>
            <a:ext cx="1015548" cy="4154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C0E8FB25-3DEA-9C11-85C4-B7D4BEBF648C}"/>
              </a:ext>
            </a:extLst>
          </p:cNvPr>
          <p:cNvSpPr/>
          <p:nvPr/>
        </p:nvSpPr>
        <p:spPr>
          <a:xfrm>
            <a:off x="7818250" y="2424762"/>
            <a:ext cx="1744850" cy="94708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Multi-set</a:t>
            </a:r>
          </a:p>
          <a:p>
            <a:pPr algn="ctr"/>
            <a:r>
              <a:rPr lang="en-GB" sz="1100" dirty="0"/>
              <a:t>Basically a collection and the objects don’t have to be unique</a:t>
            </a:r>
          </a:p>
        </p:txBody>
      </p:sp>
      <p:cxnSp>
        <p:nvCxnSpPr>
          <p:cNvPr id="34" name="Straight Arrow Connector 33">
            <a:extLst>
              <a:ext uri="{FF2B5EF4-FFF2-40B4-BE49-F238E27FC236}">
                <a16:creationId xmlns:a16="http://schemas.microsoft.com/office/drawing/2014/main" id="{7A8CDE7B-9B58-9217-7649-3DF34F1E70B1}"/>
              </a:ext>
            </a:extLst>
          </p:cNvPr>
          <p:cNvCxnSpPr>
            <a:cxnSpLocks/>
            <a:stCxn id="8" idx="0"/>
            <a:endCxn id="30" idx="2"/>
          </p:cNvCxnSpPr>
          <p:nvPr/>
        </p:nvCxnSpPr>
        <p:spPr>
          <a:xfrm flipV="1">
            <a:off x="8690675" y="3371850"/>
            <a:ext cx="0" cy="6245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FD07B5B-F276-47AC-DDC9-AE041B64B986}"/>
              </a:ext>
            </a:extLst>
          </p:cNvPr>
          <p:cNvCxnSpPr>
            <a:cxnSpLocks/>
            <a:stCxn id="11" idx="0"/>
            <a:endCxn id="12" idx="2"/>
          </p:cNvCxnSpPr>
          <p:nvPr/>
        </p:nvCxnSpPr>
        <p:spPr>
          <a:xfrm flipH="1" flipV="1">
            <a:off x="6804073" y="4528062"/>
            <a:ext cx="548035" cy="3267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07" name="Group 106">
            <a:extLst>
              <a:ext uri="{FF2B5EF4-FFF2-40B4-BE49-F238E27FC236}">
                <a16:creationId xmlns:a16="http://schemas.microsoft.com/office/drawing/2014/main" id="{F623D2DA-B546-9A5A-D70B-88286EF5DC95}"/>
              </a:ext>
            </a:extLst>
          </p:cNvPr>
          <p:cNvGrpSpPr/>
          <p:nvPr/>
        </p:nvGrpSpPr>
        <p:grpSpPr>
          <a:xfrm>
            <a:off x="4658340" y="2832920"/>
            <a:ext cx="228600" cy="733425"/>
            <a:chOff x="4029075" y="5143500"/>
            <a:chExt cx="228600" cy="733425"/>
          </a:xfrm>
        </p:grpSpPr>
        <p:sp>
          <p:nvSpPr>
            <p:cNvPr id="29" name="Oval 28">
              <a:extLst>
                <a:ext uri="{FF2B5EF4-FFF2-40B4-BE49-F238E27FC236}">
                  <a16:creationId xmlns:a16="http://schemas.microsoft.com/office/drawing/2014/main" id="{5A3546CC-043E-C1D2-B1ED-7880F4DAF9D0}"/>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5" name="Group 34">
              <a:extLst>
                <a:ext uri="{FF2B5EF4-FFF2-40B4-BE49-F238E27FC236}">
                  <a16:creationId xmlns:a16="http://schemas.microsoft.com/office/drawing/2014/main" id="{0A631638-E83F-30AF-BCE6-B6813BA92FA6}"/>
                </a:ext>
              </a:extLst>
            </p:cNvPr>
            <p:cNvGrpSpPr/>
            <p:nvPr/>
          </p:nvGrpSpPr>
          <p:grpSpPr>
            <a:xfrm>
              <a:off x="4029075" y="5143500"/>
              <a:ext cx="171450" cy="209550"/>
              <a:chOff x="4029075" y="5143500"/>
              <a:chExt cx="171450" cy="209550"/>
            </a:xfrm>
          </p:grpSpPr>
          <p:sp>
            <p:nvSpPr>
              <p:cNvPr id="28" name="Oval 27">
                <a:extLst>
                  <a:ext uri="{FF2B5EF4-FFF2-40B4-BE49-F238E27FC236}">
                    <a16:creationId xmlns:a16="http://schemas.microsoft.com/office/drawing/2014/main" id="{00E9373B-0A1C-DE92-9F4E-299004F63BF2}"/>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2" name="Straight Arrow Connector 31">
                <a:extLst>
                  <a:ext uri="{FF2B5EF4-FFF2-40B4-BE49-F238E27FC236}">
                    <a16:creationId xmlns:a16="http://schemas.microsoft.com/office/drawing/2014/main" id="{FA4BB8EB-FBB7-E58F-E6ED-2D8AC0F47EF0}"/>
                  </a:ext>
                </a:extLst>
              </p:cNvPr>
              <p:cNvCxnSpPr>
                <a:cxnSpLocks/>
                <a:stCxn id="28" idx="5"/>
                <a:endCxn id="37"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6" name="Group 35">
              <a:extLst>
                <a:ext uri="{FF2B5EF4-FFF2-40B4-BE49-F238E27FC236}">
                  <a16:creationId xmlns:a16="http://schemas.microsoft.com/office/drawing/2014/main" id="{7280A36F-7996-1EB0-DA48-48ED6714D41C}"/>
                </a:ext>
              </a:extLst>
            </p:cNvPr>
            <p:cNvGrpSpPr/>
            <p:nvPr/>
          </p:nvGrpSpPr>
          <p:grpSpPr>
            <a:xfrm>
              <a:off x="4105275" y="5353050"/>
              <a:ext cx="152400" cy="200025"/>
              <a:chOff x="3990975" y="5143500"/>
              <a:chExt cx="152400" cy="200025"/>
            </a:xfrm>
          </p:grpSpPr>
          <p:sp>
            <p:nvSpPr>
              <p:cNvPr id="37" name="Oval 36">
                <a:extLst>
                  <a:ext uri="{FF2B5EF4-FFF2-40B4-BE49-F238E27FC236}">
                    <a16:creationId xmlns:a16="http://schemas.microsoft.com/office/drawing/2014/main" id="{51B5EF85-9C77-4301-6CB7-F523B5BDA97F}"/>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8" name="Straight Arrow Connector 37">
                <a:extLst>
                  <a:ext uri="{FF2B5EF4-FFF2-40B4-BE49-F238E27FC236}">
                    <a16:creationId xmlns:a16="http://schemas.microsoft.com/office/drawing/2014/main" id="{31FA7A95-6CE7-F079-B3BB-4D7ECB199C09}"/>
                  </a:ext>
                </a:extLst>
              </p:cNvPr>
              <p:cNvCxnSpPr>
                <a:cxnSpLocks/>
                <a:stCxn id="37" idx="5"/>
                <a:endCxn id="40"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9" name="Group 38">
              <a:extLst>
                <a:ext uri="{FF2B5EF4-FFF2-40B4-BE49-F238E27FC236}">
                  <a16:creationId xmlns:a16="http://schemas.microsoft.com/office/drawing/2014/main" id="{088A3B8F-F258-E04D-0DD9-519F4C0998F2}"/>
                </a:ext>
              </a:extLst>
            </p:cNvPr>
            <p:cNvGrpSpPr/>
            <p:nvPr/>
          </p:nvGrpSpPr>
          <p:grpSpPr>
            <a:xfrm>
              <a:off x="4048125" y="5553075"/>
              <a:ext cx="123825" cy="209550"/>
              <a:chOff x="4029075" y="5143500"/>
              <a:chExt cx="123825" cy="209550"/>
            </a:xfrm>
          </p:grpSpPr>
          <p:sp>
            <p:nvSpPr>
              <p:cNvPr id="40" name="Oval 39">
                <a:extLst>
                  <a:ext uri="{FF2B5EF4-FFF2-40B4-BE49-F238E27FC236}">
                    <a16:creationId xmlns:a16="http://schemas.microsoft.com/office/drawing/2014/main" id="{A48C5E80-3E0A-303F-27F7-F44527747C63}"/>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1" name="Straight Arrow Connector 40">
                <a:extLst>
                  <a:ext uri="{FF2B5EF4-FFF2-40B4-BE49-F238E27FC236}">
                    <a16:creationId xmlns:a16="http://schemas.microsoft.com/office/drawing/2014/main" id="{5477B904-408E-D0EF-A976-1C18DA21DE10}"/>
                  </a:ext>
                </a:extLst>
              </p:cNvPr>
              <p:cNvCxnSpPr>
                <a:cxnSpLocks/>
                <a:stCxn id="40" idx="5"/>
                <a:endCxn id="29"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108" name="Group 107">
            <a:extLst>
              <a:ext uri="{FF2B5EF4-FFF2-40B4-BE49-F238E27FC236}">
                <a16:creationId xmlns:a16="http://schemas.microsoft.com/office/drawing/2014/main" id="{CCE38496-4399-0DB9-AB9E-D2CC315A4CF1}"/>
              </a:ext>
            </a:extLst>
          </p:cNvPr>
          <p:cNvGrpSpPr/>
          <p:nvPr/>
        </p:nvGrpSpPr>
        <p:grpSpPr>
          <a:xfrm>
            <a:off x="5791200" y="5472573"/>
            <a:ext cx="571500" cy="523875"/>
            <a:chOff x="5486400" y="5610225"/>
            <a:chExt cx="571500" cy="523875"/>
          </a:xfrm>
        </p:grpSpPr>
        <p:sp>
          <p:nvSpPr>
            <p:cNvPr id="46" name="Oval 45">
              <a:extLst>
                <a:ext uri="{FF2B5EF4-FFF2-40B4-BE49-F238E27FC236}">
                  <a16:creationId xmlns:a16="http://schemas.microsoft.com/office/drawing/2014/main" id="{476A3099-CB24-489D-9119-3521D4F43A5D}"/>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47" name="Group 46">
              <a:extLst>
                <a:ext uri="{FF2B5EF4-FFF2-40B4-BE49-F238E27FC236}">
                  <a16:creationId xmlns:a16="http://schemas.microsoft.com/office/drawing/2014/main" id="{C8058DE7-D97E-BAD2-7018-F6930B22E5B0}"/>
                </a:ext>
              </a:extLst>
            </p:cNvPr>
            <p:cNvGrpSpPr/>
            <p:nvPr/>
          </p:nvGrpSpPr>
          <p:grpSpPr>
            <a:xfrm>
              <a:off x="5648325" y="5610225"/>
              <a:ext cx="171450" cy="209550"/>
              <a:chOff x="4029075" y="5143500"/>
              <a:chExt cx="171450" cy="209550"/>
            </a:xfrm>
          </p:grpSpPr>
          <p:sp>
            <p:nvSpPr>
              <p:cNvPr id="48" name="Oval 47">
                <a:extLst>
                  <a:ext uri="{FF2B5EF4-FFF2-40B4-BE49-F238E27FC236}">
                    <a16:creationId xmlns:a16="http://schemas.microsoft.com/office/drawing/2014/main" id="{2C62CB4A-32A6-174F-0AD5-C2EAE025329C}"/>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9" name="Straight Arrow Connector 48">
                <a:extLst>
                  <a:ext uri="{FF2B5EF4-FFF2-40B4-BE49-F238E27FC236}">
                    <a16:creationId xmlns:a16="http://schemas.microsoft.com/office/drawing/2014/main" id="{33849356-0553-338B-0BB8-E034A47CFE2D}"/>
                  </a:ext>
                </a:extLst>
              </p:cNvPr>
              <p:cNvCxnSpPr>
                <a:cxnSpLocks/>
                <a:stCxn id="48" idx="5"/>
                <a:endCxn id="5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609235C0-CCAA-6693-2E29-343C3BD69312}"/>
                </a:ext>
              </a:extLst>
            </p:cNvPr>
            <p:cNvGrpSpPr/>
            <p:nvPr/>
          </p:nvGrpSpPr>
          <p:grpSpPr>
            <a:xfrm>
              <a:off x="5724525" y="5819775"/>
              <a:ext cx="152400" cy="200025"/>
              <a:chOff x="3990975" y="5143500"/>
              <a:chExt cx="152400" cy="200025"/>
            </a:xfrm>
          </p:grpSpPr>
          <p:sp>
            <p:nvSpPr>
              <p:cNvPr id="51" name="Oval 50">
                <a:extLst>
                  <a:ext uri="{FF2B5EF4-FFF2-40B4-BE49-F238E27FC236}">
                    <a16:creationId xmlns:a16="http://schemas.microsoft.com/office/drawing/2014/main" id="{FF506F43-C737-3B1F-C996-A9472C3E3C4F}"/>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3" name="Straight Arrow Connector 52">
                <a:extLst>
                  <a:ext uri="{FF2B5EF4-FFF2-40B4-BE49-F238E27FC236}">
                    <a16:creationId xmlns:a16="http://schemas.microsoft.com/office/drawing/2014/main" id="{49F70DF0-FA11-5E6D-74CC-AF2C99C30A3E}"/>
                  </a:ext>
                </a:extLst>
              </p:cNvPr>
              <p:cNvCxnSpPr>
                <a:cxnSpLocks/>
                <a:stCxn id="51" idx="3"/>
                <a:endCxn id="55"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55" name="Oval 54">
              <a:extLst>
                <a:ext uri="{FF2B5EF4-FFF2-40B4-BE49-F238E27FC236}">
                  <a16:creationId xmlns:a16="http://schemas.microsoft.com/office/drawing/2014/main" id="{8604073D-AFF7-A3EC-3675-6D204AB1C68F}"/>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F748C0C8-ECED-DB5C-70D2-A3A492522C8F}"/>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0" name="Straight Arrow Connector 59">
              <a:extLst>
                <a:ext uri="{FF2B5EF4-FFF2-40B4-BE49-F238E27FC236}">
                  <a16:creationId xmlns:a16="http://schemas.microsoft.com/office/drawing/2014/main" id="{EFE843BA-33BE-0199-DF64-C91F9B988AEA}"/>
                </a:ext>
              </a:extLst>
            </p:cNvPr>
            <p:cNvCxnSpPr>
              <a:stCxn id="48" idx="3"/>
              <a:endCxn id="58"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37AB972C-DE96-28DF-33C4-9A7AAB620148}"/>
                </a:ext>
              </a:extLst>
            </p:cNvPr>
            <p:cNvCxnSpPr>
              <a:stCxn id="51" idx="6"/>
              <a:endCxn id="46"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B9D96D3F-CD5F-457D-361C-786E908FE208}"/>
              </a:ext>
            </a:extLst>
          </p:cNvPr>
          <p:cNvGrpSpPr/>
          <p:nvPr/>
        </p:nvGrpSpPr>
        <p:grpSpPr>
          <a:xfrm>
            <a:off x="6222512" y="2373569"/>
            <a:ext cx="809088" cy="809625"/>
            <a:chOff x="4934487" y="2924175"/>
            <a:chExt cx="809088" cy="809625"/>
          </a:xfrm>
        </p:grpSpPr>
        <p:sp>
          <p:nvSpPr>
            <p:cNvPr id="64" name="Oval 63">
              <a:extLst>
                <a:ext uri="{FF2B5EF4-FFF2-40B4-BE49-F238E27FC236}">
                  <a16:creationId xmlns:a16="http://schemas.microsoft.com/office/drawing/2014/main" id="{6A8A856A-AB76-F221-E4B8-ADCED703EECE}"/>
                </a:ext>
              </a:extLst>
            </p:cNvPr>
            <p:cNvSpPr/>
            <p:nvPr/>
          </p:nvSpPr>
          <p:spPr>
            <a:xfrm>
              <a:off x="5629275" y="3619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Oval 65">
              <a:extLst>
                <a:ext uri="{FF2B5EF4-FFF2-40B4-BE49-F238E27FC236}">
                  <a16:creationId xmlns:a16="http://schemas.microsoft.com/office/drawing/2014/main" id="{D36F3365-D3D5-B6C1-92F3-6311AECC83C1}"/>
                </a:ext>
              </a:extLst>
            </p:cNvPr>
            <p:cNvSpPr/>
            <p:nvPr/>
          </p:nvSpPr>
          <p:spPr>
            <a:xfrm>
              <a:off x="5334000" y="3209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Oval 68">
              <a:extLst>
                <a:ext uri="{FF2B5EF4-FFF2-40B4-BE49-F238E27FC236}">
                  <a16:creationId xmlns:a16="http://schemas.microsoft.com/office/drawing/2014/main" id="{A3F8E063-33B3-E737-42C4-6FC8FFD7F69A}"/>
                </a:ext>
              </a:extLst>
            </p:cNvPr>
            <p:cNvSpPr/>
            <p:nvPr/>
          </p:nvSpPr>
          <p:spPr>
            <a:xfrm>
              <a:off x="5448300" y="34194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Oval 70">
              <a:extLst>
                <a:ext uri="{FF2B5EF4-FFF2-40B4-BE49-F238E27FC236}">
                  <a16:creationId xmlns:a16="http://schemas.microsoft.com/office/drawing/2014/main" id="{34B4345C-C7A0-96E0-4E5B-357B3684C164}"/>
                </a:ext>
              </a:extLst>
            </p:cNvPr>
            <p:cNvSpPr/>
            <p:nvPr/>
          </p:nvSpPr>
          <p:spPr>
            <a:xfrm>
              <a:off x="5353050" y="3619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Oval 71">
              <a:extLst>
                <a:ext uri="{FF2B5EF4-FFF2-40B4-BE49-F238E27FC236}">
                  <a16:creationId xmlns:a16="http://schemas.microsoft.com/office/drawing/2014/main" id="{18340B4C-A7C4-C84D-F282-F9546A75F478}"/>
                </a:ext>
              </a:extLst>
            </p:cNvPr>
            <p:cNvSpPr/>
            <p:nvPr/>
          </p:nvSpPr>
          <p:spPr>
            <a:xfrm>
              <a:off x="5172075" y="34004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EC903DA8-DFCC-B4A6-4F84-40A7CC12AEC4}"/>
                </a:ext>
              </a:extLst>
            </p:cNvPr>
            <p:cNvSpPr/>
            <p:nvPr/>
          </p:nvSpPr>
          <p:spPr>
            <a:xfrm>
              <a:off x="5362575" y="2924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8" name="Straight Connector 77">
              <a:extLst>
                <a:ext uri="{FF2B5EF4-FFF2-40B4-BE49-F238E27FC236}">
                  <a16:creationId xmlns:a16="http://schemas.microsoft.com/office/drawing/2014/main" id="{7AED2B8A-6FD1-FDE8-4CFF-0E20DE46D484}"/>
                </a:ext>
              </a:extLst>
            </p:cNvPr>
            <p:cNvCxnSpPr>
              <a:stCxn id="76" idx="4"/>
              <a:endCxn id="66" idx="0"/>
            </p:cNvCxnSpPr>
            <p:nvPr/>
          </p:nvCxnSpPr>
          <p:spPr>
            <a:xfrm flipH="1">
              <a:off x="5391150" y="3038475"/>
              <a:ext cx="28575" cy="171450"/>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6035CB1C-0676-26A3-C86F-569587D0C8ED}"/>
                </a:ext>
              </a:extLst>
            </p:cNvPr>
            <p:cNvCxnSpPr>
              <a:stCxn id="66" idx="3"/>
              <a:endCxn id="72" idx="7"/>
            </p:cNvCxnSpPr>
            <p:nvPr/>
          </p:nvCxnSpPr>
          <p:spPr>
            <a:xfrm flipH="1">
              <a:off x="5269636" y="3307486"/>
              <a:ext cx="81103" cy="109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545C13CB-FD59-5A12-26C6-35709C7606B4}"/>
                </a:ext>
              </a:extLst>
            </p:cNvPr>
            <p:cNvCxnSpPr>
              <a:stCxn id="72" idx="6"/>
              <a:endCxn id="69" idx="2"/>
            </p:cNvCxnSpPr>
            <p:nvPr/>
          </p:nvCxnSpPr>
          <p:spPr>
            <a:xfrm>
              <a:off x="5286375" y="3457575"/>
              <a:ext cx="161925" cy="19050"/>
            </a:xfrm>
            <a:prstGeom prst="line">
              <a:avLst/>
            </a:prstGeom>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FBF99E68-58CA-28A8-9FBF-9F61112E26EE}"/>
                </a:ext>
              </a:extLst>
            </p:cNvPr>
            <p:cNvCxnSpPr>
              <a:stCxn id="69" idx="5"/>
              <a:endCxn id="64" idx="1"/>
            </p:cNvCxnSpPr>
            <p:nvPr/>
          </p:nvCxnSpPr>
          <p:spPr>
            <a:xfrm>
              <a:off x="5545861" y="3517036"/>
              <a:ext cx="100153" cy="119203"/>
            </a:xfrm>
            <a:prstGeom prst="line">
              <a:avLst/>
            </a:prstGeom>
          </p:spPr>
          <p:style>
            <a:lnRef idx="2">
              <a:schemeClr val="accent1"/>
            </a:lnRef>
            <a:fillRef idx="0">
              <a:schemeClr val="accent1"/>
            </a:fillRef>
            <a:effectRef idx="1">
              <a:schemeClr val="accent1"/>
            </a:effectRef>
            <a:fontRef idx="minor">
              <a:schemeClr val="tx1"/>
            </a:fontRef>
          </p:style>
        </p:cxnSp>
        <p:sp>
          <p:nvSpPr>
            <p:cNvPr id="87" name="Freeform: Shape 86">
              <a:extLst>
                <a:ext uri="{FF2B5EF4-FFF2-40B4-BE49-F238E27FC236}">
                  <a16:creationId xmlns:a16="http://schemas.microsoft.com/office/drawing/2014/main" id="{2DF1EFD8-1991-A048-01E5-F3D9C75D77E3}"/>
                </a:ext>
              </a:extLst>
            </p:cNvPr>
            <p:cNvSpPr/>
            <p:nvPr/>
          </p:nvSpPr>
          <p:spPr>
            <a:xfrm>
              <a:off x="4934487" y="2961353"/>
              <a:ext cx="457277" cy="685800"/>
            </a:xfrm>
            <a:custGeom>
              <a:avLst/>
              <a:gdLst>
                <a:gd name="connsiteX0" fmla="*/ 457277 w 457277"/>
                <a:gd name="connsiteY0" fmla="*/ 0 h 685800"/>
                <a:gd name="connsiteX1" fmla="*/ 77 w 457277"/>
                <a:gd name="connsiteY1" fmla="*/ 361950 h 685800"/>
                <a:gd name="connsiteX2" fmla="*/ 428702 w 457277"/>
                <a:gd name="connsiteY2" fmla="*/ 685800 h 685800"/>
              </a:gdLst>
              <a:ahLst/>
              <a:cxnLst>
                <a:cxn ang="0">
                  <a:pos x="connsiteX0" y="connsiteY0"/>
                </a:cxn>
                <a:cxn ang="0">
                  <a:pos x="connsiteX1" y="connsiteY1"/>
                </a:cxn>
                <a:cxn ang="0">
                  <a:pos x="connsiteX2" y="connsiteY2"/>
                </a:cxn>
              </a:cxnLst>
              <a:rect l="l" t="t" r="r" b="b"/>
              <a:pathLst>
                <a:path w="457277" h="685800">
                  <a:moveTo>
                    <a:pt x="457277" y="0"/>
                  </a:moveTo>
                  <a:cubicBezTo>
                    <a:pt x="231058" y="123825"/>
                    <a:pt x="4840" y="247650"/>
                    <a:pt x="77" y="361950"/>
                  </a:cubicBezTo>
                  <a:cubicBezTo>
                    <a:pt x="-4686" y="476250"/>
                    <a:pt x="212008" y="581025"/>
                    <a:pt x="428702" y="685800"/>
                  </a:cubicBezTo>
                </a:path>
              </a:pathLst>
            </a:cu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9" name="Straight Connector 88">
              <a:extLst>
                <a:ext uri="{FF2B5EF4-FFF2-40B4-BE49-F238E27FC236}">
                  <a16:creationId xmlns:a16="http://schemas.microsoft.com/office/drawing/2014/main" id="{D272A833-1B37-C682-6F6B-E27D916E2506}"/>
                </a:ext>
              </a:extLst>
            </p:cNvPr>
            <p:cNvCxnSpPr>
              <a:stCxn id="66" idx="4"/>
              <a:endCxn id="69" idx="1"/>
            </p:cNvCxnSpPr>
            <p:nvPr/>
          </p:nvCxnSpPr>
          <p:spPr>
            <a:xfrm>
              <a:off x="5391150" y="3324225"/>
              <a:ext cx="73889" cy="111989"/>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109" name="Group 108">
            <a:extLst>
              <a:ext uri="{FF2B5EF4-FFF2-40B4-BE49-F238E27FC236}">
                <a16:creationId xmlns:a16="http://schemas.microsoft.com/office/drawing/2014/main" id="{04CF1CB4-4A75-019E-9887-3F6DADCA337B}"/>
              </a:ext>
            </a:extLst>
          </p:cNvPr>
          <p:cNvGrpSpPr/>
          <p:nvPr/>
        </p:nvGrpSpPr>
        <p:grpSpPr>
          <a:xfrm>
            <a:off x="8621354" y="4768645"/>
            <a:ext cx="561975" cy="447675"/>
            <a:chOff x="9191625" y="1828800"/>
            <a:chExt cx="561975" cy="447675"/>
          </a:xfrm>
        </p:grpSpPr>
        <p:sp>
          <p:nvSpPr>
            <p:cNvPr id="90" name="Oval 89">
              <a:extLst>
                <a:ext uri="{FF2B5EF4-FFF2-40B4-BE49-F238E27FC236}">
                  <a16:creationId xmlns:a16="http://schemas.microsoft.com/office/drawing/2014/main" id="{648A5F09-EBE4-0830-343B-8A2E884117AE}"/>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2" name="Oval 91">
              <a:extLst>
                <a:ext uri="{FF2B5EF4-FFF2-40B4-BE49-F238E27FC236}">
                  <a16:creationId xmlns:a16="http://schemas.microsoft.com/office/drawing/2014/main" id="{9DFDEDD1-A52E-1987-446F-73A1C2A5FF52}"/>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Oval 93">
              <a:extLst>
                <a:ext uri="{FF2B5EF4-FFF2-40B4-BE49-F238E27FC236}">
                  <a16:creationId xmlns:a16="http://schemas.microsoft.com/office/drawing/2014/main" id="{FC014AF1-BE9C-2000-5472-1D47D5961720}"/>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Oval 94">
              <a:extLst>
                <a:ext uri="{FF2B5EF4-FFF2-40B4-BE49-F238E27FC236}">
                  <a16:creationId xmlns:a16="http://schemas.microsoft.com/office/drawing/2014/main" id="{766D559D-7F42-D512-CCFB-959B5A0A80BE}"/>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C4DD4E6D-B3BC-33A5-B2A6-7D63892AA65F}"/>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94BBBE80-8137-DA40-B437-D06331BC963F}"/>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797728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0" presetClass="entr" presetSubtype="0" fill="hold" nodeType="withEffect">
                                  <p:stCondLst>
                                    <p:cond delay="0"/>
                                  </p:stCondLst>
                                  <p:childTnLst>
                                    <p:set>
                                      <p:cBhvr>
                                        <p:cTn id="20" dur="1" fill="hold">
                                          <p:stCondLst>
                                            <p:cond delay="0"/>
                                          </p:stCondLst>
                                        </p:cTn>
                                        <p:tgtEl>
                                          <p:spTgt spid="109"/>
                                        </p:tgtEl>
                                        <p:attrNameLst>
                                          <p:attrName>style.visibility</p:attrName>
                                        </p:attrNameLst>
                                      </p:cBhvr>
                                      <p:to>
                                        <p:strVal val="visible"/>
                                      </p:to>
                                    </p:set>
                                    <p:animEffect transition="in" filter="fade">
                                      <p:cBhvr>
                                        <p:cTn id="21" dur="500"/>
                                        <p:tgtEl>
                                          <p:spTgt spid="10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par>
                                <p:cTn id="38" presetID="10"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10" presetClass="entr" presetSubtype="0" fill="hold" nodeType="withEffect">
                                  <p:stCondLst>
                                    <p:cond delay="0"/>
                                  </p:stCondLst>
                                  <p:childTnLst>
                                    <p:set>
                                      <p:cBhvr>
                                        <p:cTn id="58" dur="1" fill="hold">
                                          <p:stCondLst>
                                            <p:cond delay="0"/>
                                          </p:stCondLst>
                                        </p:cTn>
                                        <p:tgtEl>
                                          <p:spTgt spid="52"/>
                                        </p:tgtEl>
                                        <p:attrNameLst>
                                          <p:attrName>style.visibility</p:attrName>
                                        </p:attrNameLst>
                                      </p:cBhvr>
                                      <p:to>
                                        <p:strVal val="visible"/>
                                      </p:to>
                                    </p:set>
                                    <p:animEffect transition="in" filter="fade">
                                      <p:cBhvr>
                                        <p:cTn id="59" dur="500"/>
                                        <p:tgtEl>
                                          <p:spTgt spid="52"/>
                                        </p:tgtEl>
                                      </p:cBhvr>
                                    </p:animEffect>
                                  </p:childTnLst>
                                </p:cTn>
                              </p:par>
                              <p:par>
                                <p:cTn id="60" presetID="10" presetClass="entr" presetSubtype="0" fill="hold" nodeType="withEffect">
                                  <p:stCondLst>
                                    <p:cond delay="0"/>
                                  </p:stCondLst>
                                  <p:childTnLst>
                                    <p:set>
                                      <p:cBhvr>
                                        <p:cTn id="61" dur="1" fill="hold">
                                          <p:stCondLst>
                                            <p:cond delay="0"/>
                                          </p:stCondLst>
                                        </p:cTn>
                                        <p:tgtEl>
                                          <p:spTgt spid="106"/>
                                        </p:tgtEl>
                                        <p:attrNameLst>
                                          <p:attrName>style.visibility</p:attrName>
                                        </p:attrNameLst>
                                      </p:cBhvr>
                                      <p:to>
                                        <p:strVal val="visible"/>
                                      </p:to>
                                    </p:set>
                                    <p:animEffect transition="in" filter="fade">
                                      <p:cBhvr>
                                        <p:cTn id="62" dur="500"/>
                                        <p:tgtEl>
                                          <p:spTgt spid="10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2" grpId="0" animBg="1"/>
      <p:bldP spid="23" grpId="0" animBg="1"/>
      <p:bldP spid="30"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070957D-5B72-E7CE-54B5-91EBB71E8A9D}"/>
              </a:ext>
            </a:extLst>
          </p:cNvPr>
          <p:cNvGraphicFramePr>
            <a:graphicFrameLocks noGrp="1"/>
          </p:cNvGraphicFramePr>
          <p:nvPr>
            <p:extLst>
              <p:ext uri="{D42A27DB-BD31-4B8C-83A1-F6EECF244321}">
                <p14:modId xmlns:p14="http://schemas.microsoft.com/office/powerpoint/2010/main" val="163476590"/>
              </p:ext>
            </p:extLst>
          </p:nvPr>
        </p:nvGraphicFramePr>
        <p:xfrm>
          <a:off x="638175" y="1643591"/>
          <a:ext cx="10420348" cy="4572000"/>
        </p:xfrm>
        <a:graphic>
          <a:graphicData uri="http://schemas.openxmlformats.org/drawingml/2006/table">
            <a:tbl>
              <a:tblPr firstRow="1" bandRow="1">
                <a:tableStyleId>{5C22544A-7EE6-4342-B048-85BDC9FD1C3A}</a:tableStyleId>
              </a:tblPr>
              <a:tblGrid>
                <a:gridCol w="1438275">
                  <a:extLst>
                    <a:ext uri="{9D8B030D-6E8A-4147-A177-3AD203B41FA5}">
                      <a16:colId xmlns:a16="http://schemas.microsoft.com/office/drawing/2014/main" val="92843385"/>
                    </a:ext>
                  </a:extLst>
                </a:gridCol>
                <a:gridCol w="2035174">
                  <a:extLst>
                    <a:ext uri="{9D8B030D-6E8A-4147-A177-3AD203B41FA5}">
                      <a16:colId xmlns:a16="http://schemas.microsoft.com/office/drawing/2014/main" val="3902968615"/>
                    </a:ext>
                  </a:extLst>
                </a:gridCol>
                <a:gridCol w="2098676">
                  <a:extLst>
                    <a:ext uri="{9D8B030D-6E8A-4147-A177-3AD203B41FA5}">
                      <a16:colId xmlns:a16="http://schemas.microsoft.com/office/drawing/2014/main" val="1062180600"/>
                    </a:ext>
                  </a:extLst>
                </a:gridCol>
                <a:gridCol w="2243136">
                  <a:extLst>
                    <a:ext uri="{9D8B030D-6E8A-4147-A177-3AD203B41FA5}">
                      <a16:colId xmlns:a16="http://schemas.microsoft.com/office/drawing/2014/main" val="2264738081"/>
                    </a:ext>
                  </a:extLst>
                </a:gridCol>
                <a:gridCol w="2605087">
                  <a:extLst>
                    <a:ext uri="{9D8B030D-6E8A-4147-A177-3AD203B41FA5}">
                      <a16:colId xmlns:a16="http://schemas.microsoft.com/office/drawing/2014/main" val="994852345"/>
                    </a:ext>
                  </a:extLst>
                </a:gridCol>
              </a:tblGrid>
              <a:tr h="258750">
                <a:tc>
                  <a:txBody>
                    <a:bodyPr/>
                    <a:lstStyle/>
                    <a:p>
                      <a:endParaRPr lang="en-GB" dirty="0"/>
                    </a:p>
                  </a:txBody>
                  <a:tcPr/>
                </a:tc>
                <a:tc>
                  <a:txBody>
                    <a:bodyPr/>
                    <a:lstStyle/>
                    <a:p>
                      <a:r>
                        <a:rPr lang="en-GB" dirty="0"/>
                        <a:t>Array</a:t>
                      </a:r>
                    </a:p>
                  </a:txBody>
                  <a:tcPr/>
                </a:tc>
                <a:tc>
                  <a:txBody>
                    <a:bodyPr/>
                    <a:lstStyle/>
                    <a:p>
                      <a:r>
                        <a:rPr lang="en-GB" dirty="0"/>
                        <a:t>Linked List</a:t>
                      </a:r>
                    </a:p>
                  </a:txBody>
                  <a:tcPr/>
                </a:tc>
                <a:tc>
                  <a:txBody>
                    <a:bodyPr/>
                    <a:lstStyle/>
                    <a:p>
                      <a:r>
                        <a:rPr lang="en-GB" dirty="0"/>
                        <a:t>Binary Search Tree</a:t>
                      </a:r>
                    </a:p>
                  </a:txBody>
                  <a:tcPr/>
                </a:tc>
                <a:tc>
                  <a:txBody>
                    <a:bodyPr/>
                    <a:lstStyle/>
                    <a:p>
                      <a:r>
                        <a:rPr lang="en-GB" dirty="0"/>
                        <a:t>Hash Map</a:t>
                      </a:r>
                    </a:p>
                  </a:txBody>
                  <a:tcPr/>
                </a:tc>
                <a:extLst>
                  <a:ext uri="{0D108BD9-81ED-4DB2-BD59-A6C34878D82A}">
                    <a16:rowId xmlns:a16="http://schemas.microsoft.com/office/drawing/2014/main" val="393038023"/>
                  </a:ext>
                </a:extLst>
              </a:tr>
              <a:tr h="446609">
                <a:tc>
                  <a:txBody>
                    <a:bodyPr/>
                    <a:lstStyle/>
                    <a:p>
                      <a:r>
                        <a:rPr lang="en-GB" dirty="0"/>
                        <a:t>Search</a:t>
                      </a:r>
                    </a:p>
                  </a:txBody>
                  <a:tcPr/>
                </a:tc>
                <a:tc>
                  <a:txBody>
                    <a:bodyPr/>
                    <a:lstStyle/>
                    <a:p>
                      <a:r>
                        <a:rPr lang="en-GB" dirty="0"/>
                        <a:t>O(N) is not sorted</a:t>
                      </a:r>
                    </a:p>
                    <a:p>
                      <a:endParaRPr lang="en-GB" dirty="0"/>
                    </a:p>
                    <a:p>
                      <a:r>
                        <a:rPr lang="en-GB" dirty="0"/>
                        <a:t>O(log N) – binary search</a:t>
                      </a:r>
                    </a:p>
                  </a:txBody>
                  <a:tcPr/>
                </a:tc>
                <a:tc>
                  <a:txBody>
                    <a:bodyPr/>
                    <a:lstStyle/>
                    <a:p>
                      <a:r>
                        <a:rPr lang="en-GB" dirty="0"/>
                        <a:t>O(N) - scan</a:t>
                      </a:r>
                    </a:p>
                  </a:txBody>
                  <a:tcPr/>
                </a:tc>
                <a:tc>
                  <a:txBody>
                    <a:bodyPr/>
                    <a:lstStyle/>
                    <a:p>
                      <a:r>
                        <a:rPr lang="en-GB" dirty="0"/>
                        <a:t>O(log N)</a:t>
                      </a:r>
                    </a:p>
                  </a:txBody>
                  <a:tcPr/>
                </a:tc>
                <a:tc>
                  <a:txBody>
                    <a:bodyPr/>
                    <a:lstStyle/>
                    <a:p>
                      <a:r>
                        <a:rPr lang="en-GB" dirty="0"/>
                        <a:t>O(1)</a:t>
                      </a:r>
                    </a:p>
                  </a:txBody>
                  <a:tcPr/>
                </a:tc>
                <a:extLst>
                  <a:ext uri="{0D108BD9-81ED-4DB2-BD59-A6C34878D82A}">
                    <a16:rowId xmlns:a16="http://schemas.microsoft.com/office/drawing/2014/main" val="3993124718"/>
                  </a:ext>
                </a:extLst>
              </a:tr>
              <a:tr h="258750">
                <a:tc>
                  <a:txBody>
                    <a:bodyPr/>
                    <a:lstStyle/>
                    <a:p>
                      <a:r>
                        <a:rPr lang="en-GB" dirty="0"/>
                        <a:t>Find by index</a:t>
                      </a:r>
                    </a:p>
                  </a:txBody>
                  <a:tcPr/>
                </a:tc>
                <a:tc>
                  <a:txBody>
                    <a:bodyPr/>
                    <a:lstStyle/>
                    <a:p>
                      <a:r>
                        <a:rPr lang="en-GB" dirty="0"/>
                        <a:t>O(1)</a:t>
                      </a:r>
                    </a:p>
                  </a:txBody>
                  <a:tcPr/>
                </a:tc>
                <a:tc>
                  <a:txBody>
                    <a:bodyPr/>
                    <a:lstStyle/>
                    <a:p>
                      <a:r>
                        <a:rPr lang="en-GB" dirty="0"/>
                        <a:t>O(N) </a:t>
                      </a:r>
                    </a:p>
                  </a:txBody>
                  <a:tcPr/>
                </a:tc>
                <a:tc>
                  <a:txBody>
                    <a:bodyPr/>
                    <a:lstStyle/>
                    <a:p>
                      <a:r>
                        <a:rPr lang="en-GB" dirty="0"/>
                        <a:t>Depends on how balanced: O(</a:t>
                      </a:r>
                      <a:r>
                        <a:rPr lang="en-GB" dirty="0" err="1"/>
                        <a:t>logN</a:t>
                      </a:r>
                      <a:r>
                        <a:rPr lang="en-GB" dirty="0"/>
                        <a:t>) to O(N)</a:t>
                      </a:r>
                    </a:p>
                  </a:txBody>
                  <a:tcPr/>
                </a:tc>
                <a:tc>
                  <a:txBody>
                    <a:bodyPr/>
                    <a:lstStyle/>
                    <a:p>
                      <a:r>
                        <a:rPr lang="en-GB" dirty="0"/>
                        <a:t>n/a</a:t>
                      </a:r>
                    </a:p>
                  </a:txBody>
                  <a:tcPr/>
                </a:tc>
                <a:extLst>
                  <a:ext uri="{0D108BD9-81ED-4DB2-BD59-A6C34878D82A}">
                    <a16:rowId xmlns:a16="http://schemas.microsoft.com/office/drawing/2014/main" val="43257552"/>
                  </a:ext>
                </a:extLst>
              </a:tr>
              <a:tr h="638013">
                <a:tc>
                  <a:txBody>
                    <a:bodyPr/>
                    <a:lstStyle/>
                    <a:p>
                      <a:r>
                        <a:rPr lang="en-GB" dirty="0"/>
                        <a:t>Insert</a:t>
                      </a:r>
                    </a:p>
                  </a:txBody>
                  <a:tcPr/>
                </a:tc>
                <a:tc>
                  <a:txBody>
                    <a:bodyPr/>
                    <a:lstStyle/>
                    <a:p>
                      <a:r>
                        <a:rPr lang="en-GB" dirty="0"/>
                        <a:t>O(N)</a:t>
                      </a:r>
                    </a:p>
                  </a:txBody>
                  <a:tcPr/>
                </a:tc>
                <a:tc>
                  <a:txBody>
                    <a:bodyPr/>
                    <a:lstStyle/>
                    <a:p>
                      <a:r>
                        <a:rPr lang="en-GB" dirty="0"/>
                        <a:t>O(1) but O(N) to find the right place</a:t>
                      </a:r>
                    </a:p>
                  </a:txBody>
                  <a:tcPr/>
                </a:tc>
                <a:tc>
                  <a:txBody>
                    <a:bodyPr/>
                    <a:lstStyle/>
                    <a:p>
                      <a:r>
                        <a:rPr lang="en-GB" dirty="0"/>
                        <a:t>O(log N)</a:t>
                      </a:r>
                    </a:p>
                  </a:txBody>
                  <a:tcPr/>
                </a:tc>
                <a:tc>
                  <a:txBody>
                    <a:bodyPr/>
                    <a:lstStyle/>
                    <a:p>
                      <a:r>
                        <a:rPr lang="en-GB" dirty="0"/>
                        <a:t>O(1)</a:t>
                      </a:r>
                    </a:p>
                    <a:p>
                      <a:endParaRPr lang="en-GB" dirty="0"/>
                    </a:p>
                    <a:p>
                      <a:r>
                        <a:rPr lang="en-GB" dirty="0"/>
                        <a:t>Except when it needs re-allocating O(N)</a:t>
                      </a:r>
                    </a:p>
                  </a:txBody>
                  <a:tcPr/>
                </a:tc>
                <a:extLst>
                  <a:ext uri="{0D108BD9-81ED-4DB2-BD59-A6C34878D82A}">
                    <a16:rowId xmlns:a16="http://schemas.microsoft.com/office/drawing/2014/main" val="4057061703"/>
                  </a:ext>
                </a:extLst>
              </a:tr>
              <a:tr h="829417">
                <a:tc>
                  <a:txBody>
                    <a:bodyPr/>
                    <a:lstStyle/>
                    <a:p>
                      <a:r>
                        <a:rPr lang="en-GB" dirty="0"/>
                        <a:t>Memory use</a:t>
                      </a:r>
                    </a:p>
                  </a:txBody>
                  <a:tcPr/>
                </a:tc>
                <a:tc>
                  <a:txBody>
                    <a:bodyPr/>
                    <a:lstStyle/>
                    <a:p>
                      <a:r>
                        <a:rPr lang="en-GB" dirty="0"/>
                        <a:t>Contiguous</a:t>
                      </a:r>
                    </a:p>
                  </a:txBody>
                  <a:tcPr/>
                </a:tc>
                <a:tc>
                  <a:txBody>
                    <a:bodyPr/>
                    <a:lstStyle/>
                    <a:p>
                      <a:r>
                        <a:rPr lang="en-GB" dirty="0"/>
                        <a:t>Non-contiguous. Overhead for pointers</a:t>
                      </a:r>
                    </a:p>
                  </a:txBody>
                  <a:tcPr/>
                </a:tc>
                <a:tc>
                  <a:txBody>
                    <a:bodyPr/>
                    <a:lstStyle/>
                    <a:p>
                      <a:r>
                        <a:rPr lang="en-GB" dirty="0"/>
                        <a:t>Non-contiguous.</a:t>
                      </a:r>
                    </a:p>
                    <a:p>
                      <a:r>
                        <a:rPr lang="en-GB" dirty="0"/>
                        <a:t>Overhead for pointers</a:t>
                      </a:r>
                    </a:p>
                  </a:txBody>
                  <a:tcPr/>
                </a:tc>
                <a:tc>
                  <a:txBody>
                    <a:bodyPr/>
                    <a:lstStyle/>
                    <a:p>
                      <a:r>
                        <a:rPr lang="en-GB" dirty="0"/>
                        <a:t>Contiguous + 30% overhead</a:t>
                      </a:r>
                    </a:p>
                  </a:txBody>
                  <a:tcPr/>
                </a:tc>
                <a:extLst>
                  <a:ext uri="{0D108BD9-81ED-4DB2-BD59-A6C34878D82A}">
                    <a16:rowId xmlns:a16="http://schemas.microsoft.com/office/drawing/2014/main" val="1085340406"/>
                  </a:ext>
                </a:extLst>
              </a:tr>
            </a:tbl>
          </a:graphicData>
        </a:graphic>
      </p:graphicFrame>
      <p:sp>
        <p:nvSpPr>
          <p:cNvPr id="2" name="Title 1">
            <a:extLst>
              <a:ext uri="{FF2B5EF4-FFF2-40B4-BE49-F238E27FC236}">
                <a16:creationId xmlns:a16="http://schemas.microsoft.com/office/drawing/2014/main" id="{8C625EB2-2520-AD47-5508-E2C7BFB41D5D}"/>
              </a:ext>
            </a:extLst>
          </p:cNvPr>
          <p:cNvSpPr>
            <a:spLocks noGrp="1"/>
          </p:cNvSpPr>
          <p:nvPr>
            <p:ph type="title"/>
          </p:nvPr>
        </p:nvSpPr>
        <p:spPr/>
        <p:txBody>
          <a:bodyPr/>
          <a:lstStyle/>
          <a:p>
            <a:r>
              <a:rPr lang="en-GB" dirty="0"/>
              <a:t>Summary</a:t>
            </a:r>
          </a:p>
        </p:txBody>
      </p:sp>
      <p:pic>
        <p:nvPicPr>
          <p:cNvPr id="5" name="Graphic 4" descr="Thumbs up sign outline">
            <a:extLst>
              <a:ext uri="{FF2B5EF4-FFF2-40B4-BE49-F238E27FC236}">
                <a16:creationId xmlns:a16="http://schemas.microsoft.com/office/drawing/2014/main" id="{5CDF7518-A40E-23E0-CFCD-F34FD1D7B8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10450" y="2038350"/>
            <a:ext cx="466725" cy="466725"/>
          </a:xfrm>
          <a:prstGeom prst="rect">
            <a:avLst/>
          </a:prstGeom>
        </p:spPr>
      </p:pic>
      <p:pic>
        <p:nvPicPr>
          <p:cNvPr id="7" name="Graphic 6" descr="Thumbs Down outline">
            <a:extLst>
              <a:ext uri="{FF2B5EF4-FFF2-40B4-BE49-F238E27FC236}">
                <a16:creationId xmlns:a16="http://schemas.microsoft.com/office/drawing/2014/main" id="{047C7754-CA8F-AB56-2204-B20E516D14F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36375" y="2102625"/>
            <a:ext cx="507225" cy="507225"/>
          </a:xfrm>
          <a:prstGeom prst="rect">
            <a:avLst/>
          </a:prstGeom>
        </p:spPr>
      </p:pic>
      <p:pic>
        <p:nvPicPr>
          <p:cNvPr id="9" name="Graphic 8" descr="Star-struck face outline with solid fill">
            <a:extLst>
              <a:ext uri="{FF2B5EF4-FFF2-40B4-BE49-F238E27FC236}">
                <a16:creationId xmlns:a16="http://schemas.microsoft.com/office/drawing/2014/main" id="{F87AC7A0-9D83-462C-6F29-926C792452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601200" y="2085975"/>
            <a:ext cx="476250" cy="476250"/>
          </a:xfrm>
          <a:prstGeom prst="rect">
            <a:avLst/>
          </a:prstGeom>
        </p:spPr>
      </p:pic>
      <p:pic>
        <p:nvPicPr>
          <p:cNvPr id="10" name="Graphic 9" descr="Thumbs up sign outline">
            <a:extLst>
              <a:ext uri="{FF2B5EF4-FFF2-40B4-BE49-F238E27FC236}">
                <a16:creationId xmlns:a16="http://schemas.microsoft.com/office/drawing/2014/main" id="{4CBE2AF9-525D-DC52-9A59-6F593C67EF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71875" y="2714625"/>
            <a:ext cx="466725" cy="466725"/>
          </a:xfrm>
          <a:prstGeom prst="rect">
            <a:avLst/>
          </a:prstGeom>
        </p:spPr>
      </p:pic>
      <p:pic>
        <p:nvPicPr>
          <p:cNvPr id="11" name="Graphic 10" descr="Star-struck face outline with solid fill">
            <a:extLst>
              <a:ext uri="{FF2B5EF4-FFF2-40B4-BE49-F238E27FC236}">
                <a16:creationId xmlns:a16="http://schemas.microsoft.com/office/drawing/2014/main" id="{405B342F-0B9D-BD26-542C-B54CBB1181A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058400" y="4210050"/>
            <a:ext cx="476250" cy="476250"/>
          </a:xfrm>
          <a:prstGeom prst="rect">
            <a:avLst/>
          </a:prstGeom>
        </p:spPr>
      </p:pic>
      <p:pic>
        <p:nvPicPr>
          <p:cNvPr id="12" name="Graphic 11" descr="Star-struck face outline with solid fill">
            <a:extLst>
              <a:ext uri="{FF2B5EF4-FFF2-40B4-BE49-F238E27FC236}">
                <a16:creationId xmlns:a16="http://schemas.microsoft.com/office/drawing/2014/main" id="{F7635016-3AF9-8BF8-1A36-21377AD1522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38450" y="3257550"/>
            <a:ext cx="476250" cy="476250"/>
          </a:xfrm>
          <a:prstGeom prst="rect">
            <a:avLst/>
          </a:prstGeom>
        </p:spPr>
      </p:pic>
      <p:pic>
        <p:nvPicPr>
          <p:cNvPr id="13" name="Graphic 12" descr="Thumbs Down outline">
            <a:extLst>
              <a:ext uri="{FF2B5EF4-FFF2-40B4-BE49-F238E27FC236}">
                <a16:creationId xmlns:a16="http://schemas.microsoft.com/office/drawing/2014/main" id="{6BE10483-9B89-2BFF-5B56-4D443B4DE9B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5575" y="4398150"/>
            <a:ext cx="507225" cy="507225"/>
          </a:xfrm>
          <a:prstGeom prst="rect">
            <a:avLst/>
          </a:prstGeom>
        </p:spPr>
      </p:pic>
      <p:pic>
        <p:nvPicPr>
          <p:cNvPr id="14" name="Graphic 13" descr="Thumbs up sign outline">
            <a:extLst>
              <a:ext uri="{FF2B5EF4-FFF2-40B4-BE49-F238E27FC236}">
                <a16:creationId xmlns:a16="http://schemas.microsoft.com/office/drawing/2014/main" id="{0DCB23EA-52E6-5F03-16FE-0B147322A84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29475" y="4333875"/>
            <a:ext cx="466725" cy="466725"/>
          </a:xfrm>
          <a:prstGeom prst="rect">
            <a:avLst/>
          </a:prstGeom>
        </p:spPr>
      </p:pic>
      <p:pic>
        <p:nvPicPr>
          <p:cNvPr id="4" name="Graphic 3" descr="Thumbs Down outline">
            <a:extLst>
              <a:ext uri="{FF2B5EF4-FFF2-40B4-BE49-F238E27FC236}">
                <a16:creationId xmlns:a16="http://schemas.microsoft.com/office/drawing/2014/main" id="{C62F0240-DE05-D427-D574-6D8A91D9E7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060550" y="5538733"/>
            <a:ext cx="507225" cy="507225"/>
          </a:xfrm>
          <a:prstGeom prst="rect">
            <a:avLst/>
          </a:prstGeom>
        </p:spPr>
      </p:pic>
      <p:pic>
        <p:nvPicPr>
          <p:cNvPr id="6" name="Graphic 5" descr="Thumbs Down outline">
            <a:extLst>
              <a:ext uri="{FF2B5EF4-FFF2-40B4-BE49-F238E27FC236}">
                <a16:creationId xmlns:a16="http://schemas.microsoft.com/office/drawing/2014/main" id="{51CA7AB5-69C8-E1D4-101C-AE50CDA2BA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5625" y="2245500"/>
            <a:ext cx="507225" cy="507225"/>
          </a:xfrm>
          <a:prstGeom prst="rect">
            <a:avLst/>
          </a:prstGeom>
        </p:spPr>
      </p:pic>
    </p:spTree>
    <p:extLst>
      <p:ext uri="{BB962C8B-B14F-4D97-AF65-F5344CB8AC3E}">
        <p14:creationId xmlns:p14="http://schemas.microsoft.com/office/powerpoint/2010/main" val="6836793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25D03-59EF-2A7E-943C-105AB87A08BF}"/>
              </a:ext>
            </a:extLst>
          </p:cNvPr>
          <p:cNvSpPr>
            <a:spLocks noGrp="1"/>
          </p:cNvSpPr>
          <p:nvPr>
            <p:ph type="title"/>
          </p:nvPr>
        </p:nvSpPr>
        <p:spPr/>
        <p:txBody>
          <a:bodyPr/>
          <a:lstStyle/>
          <a:p>
            <a:r>
              <a:rPr lang="en-GB" dirty="0"/>
              <a:t>End of Workshop</a:t>
            </a:r>
          </a:p>
        </p:txBody>
      </p:sp>
      <p:sp>
        <p:nvSpPr>
          <p:cNvPr id="3" name="Text Placeholder 2">
            <a:extLst>
              <a:ext uri="{FF2B5EF4-FFF2-40B4-BE49-F238E27FC236}">
                <a16:creationId xmlns:a16="http://schemas.microsoft.com/office/drawing/2014/main" id="{8C5A19AD-188A-0278-626A-2BECA18469B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217932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1264</TotalTime>
  <Words>3550</Words>
  <Application>Microsoft Office PowerPoint</Application>
  <PresentationFormat>Widescreen</PresentationFormat>
  <Paragraphs>545</Paragraphs>
  <Slides>39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__fontSerif_c35935</vt:lpstr>
      <vt:lpstr>Aptos</vt:lpstr>
      <vt:lpstr>Aptos Display</vt:lpstr>
      <vt:lpstr>Aptos Narrow</vt:lpstr>
      <vt:lpstr>Arial</vt:lpstr>
      <vt:lpstr>Cambria Math</vt:lpstr>
      <vt:lpstr>Cascadia Code</vt:lpstr>
      <vt:lpstr>Office Theme</vt:lpstr>
      <vt:lpstr>Data Structures</vt:lpstr>
      <vt:lpstr>Reminder</vt:lpstr>
      <vt:lpstr>Agenda</vt:lpstr>
      <vt:lpstr>Lists</vt:lpstr>
      <vt:lpstr>Lists</vt:lpstr>
      <vt:lpstr>An array is a good choice for small lists</vt:lpstr>
      <vt:lpstr>Inserting an element is expensive for a large array</vt:lpstr>
      <vt:lpstr>Problems arise when memory gets fragmented</vt:lpstr>
      <vt:lpstr>Linked Lists </vt:lpstr>
      <vt:lpstr>Linked List insertion is quick</vt:lpstr>
      <vt:lpstr>Linked List removal is quick</vt:lpstr>
      <vt:lpstr>Indexing is slower than array</vt:lpstr>
      <vt:lpstr>Double Linked Lists</vt:lpstr>
      <vt:lpstr>Circular Linked Lists</vt:lpstr>
      <vt:lpstr>Trees</vt:lpstr>
      <vt:lpstr>Binary Search Tree</vt:lpstr>
      <vt:lpstr>Binary Search Tree: Example</vt:lpstr>
      <vt:lpstr>Binary Search Tree: Insert</vt:lpstr>
      <vt:lpstr>Binary Search Tree: Traversal</vt:lpstr>
      <vt:lpstr>Binary Search Tree: Range Traversal</vt:lpstr>
      <vt:lpstr>Sets</vt:lpstr>
      <vt:lpstr>Set</vt:lpstr>
      <vt:lpstr>Hash Set</vt:lpstr>
      <vt:lpstr>Hash Function - illustration</vt:lpstr>
      <vt:lpstr>Hash Bucket - another analogy</vt:lpstr>
      <vt:lpstr>Hash Function: Example</vt:lpstr>
      <vt:lpstr>Hash Set</vt:lpstr>
      <vt:lpstr>Search</vt:lpstr>
      <vt:lpstr>List</vt:lpstr>
      <vt:lpstr>List</vt:lpstr>
      <vt:lpstr>Binary search demo using git</vt:lpstr>
      <vt:lpstr>Binary Search Tree</vt:lpstr>
      <vt:lpstr>Hash Set</vt:lpstr>
      <vt:lpstr>Example Code in Github</vt:lpstr>
      <vt:lpstr>Data Structure Types</vt:lpstr>
      <vt:lpstr>Layers of Abstraction Abstract ⇾Concrete⇾Implementation</vt:lpstr>
      <vt:lpstr>More Examples of Data Structure Types</vt:lpstr>
      <vt:lpstr>Summary</vt:lpstr>
      <vt:lpstr>End of Workshop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Wai T</dc:creator>
  <cp:lastModifiedBy>Wai T</cp:lastModifiedBy>
  <cp:revision>27</cp:revision>
  <dcterms:created xsi:type="dcterms:W3CDTF">2024-07-31T08:00:19Z</dcterms:created>
  <dcterms:modified xsi:type="dcterms:W3CDTF">2024-08-09T11:18:36Z</dcterms:modified>
</cp:coreProperties>
</file>